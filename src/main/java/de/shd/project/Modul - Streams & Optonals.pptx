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96" r:id="rId2"/>
    <p:sldId id="265" r:id="rId3"/>
    <p:sldId id="383" r:id="rId4"/>
    <p:sldId id="390" r:id="rId5"/>
    <p:sldId id="391" r:id="rId6"/>
    <p:sldId id="407" r:id="rId7"/>
    <p:sldId id="392" r:id="rId8"/>
    <p:sldId id="394" r:id="rId9"/>
    <p:sldId id="408" r:id="rId10"/>
    <p:sldId id="388" r:id="rId11"/>
    <p:sldId id="398" r:id="rId12"/>
    <p:sldId id="400" r:id="rId13"/>
    <p:sldId id="410" r:id="rId14"/>
    <p:sldId id="40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88565CE-7D68-4E52-9FF0-1FD67678613B}">
          <p14:sldIdLst>
            <p14:sldId id="296"/>
            <p14:sldId id="265"/>
            <p14:sldId id="383"/>
            <p14:sldId id="390"/>
            <p14:sldId id="391"/>
            <p14:sldId id="407"/>
            <p14:sldId id="392"/>
            <p14:sldId id="394"/>
            <p14:sldId id="408"/>
            <p14:sldId id="388"/>
            <p14:sldId id="398"/>
            <p14:sldId id="400"/>
            <p14:sldId id="410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3" pos="3795" userDrawn="1">
          <p15:clr>
            <a:srgbClr val="A4A3A4"/>
          </p15:clr>
        </p15:guide>
        <p15:guide id="4" orient="horz" pos="19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 Gragert" initials="CG" lastIdx="2" clrIdx="0">
    <p:extLst>
      <p:ext uri="{19B8F6BF-5375-455C-9EA6-DF929625EA0E}">
        <p15:presenceInfo xmlns:p15="http://schemas.microsoft.com/office/powerpoint/2012/main" userId="S::CGR@shd.de::ef45d33b-2fb3-4505-a924-38c618196f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53B5"/>
    <a:srgbClr val="CC6600"/>
    <a:srgbClr val="99FF66"/>
    <a:srgbClr val="FFCC00"/>
    <a:srgbClr val="FF3300"/>
    <a:srgbClr val="CC9B00"/>
    <a:srgbClr val="8D6D9A"/>
    <a:srgbClr val="736990"/>
    <a:srgbClr val="3B3B4F"/>
    <a:srgbClr val="3C3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120" y="318"/>
      </p:cViewPr>
      <p:guideLst>
        <p:guide pos="3795"/>
        <p:guide orient="horz" pos="19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75" y="7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B55CB25-F6E2-4374-9CFB-063EFF5DDBE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677C06-D0F8-43AB-8D62-FD62D25DE0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0C994-FDC4-441F-B0CD-BBD0DBBAB60C}" type="datetimeFigureOut">
              <a:rPr lang="de-DE" smtClean="0"/>
              <a:t>11.11.2025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058F54-7E48-4A17-8929-554B556D87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8FF6A9-9D2C-4696-B2A3-D63401AF55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490A5-443B-4269-A390-EA0025C5228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131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7829C-CA89-43EA-8BE0-21C42AFDDA84}" type="datetimeFigureOut">
              <a:rPr lang="de-DE" smtClean="0"/>
              <a:t>11.11.2025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72F85-9ABA-4ECB-93A2-1539A576459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337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000" b="1" kern="1200">
        <a:solidFill>
          <a:schemeClr val="tx1"/>
        </a:solidFill>
        <a:latin typeface="+mj-lt"/>
        <a:ea typeface="+mn-ea"/>
        <a:cs typeface="+mn-cs"/>
      </a:defRPr>
    </a:lvl1pPr>
    <a:lvl2pPr marL="0" indent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108000" indent="-108000" algn="l" defTabSz="914400" rtl="0" eaLnBrk="1" latinLnBrk="0" hangingPunct="1">
      <a:buFont typeface="Segoe UI Light" panose="020B0502040204020203" pitchFamily="34" charset="0"/>
      <a:buChar char="»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216000" indent="-108000" algn="l" defTabSz="914400" rtl="0" eaLnBrk="1" latinLnBrk="0" hangingPunct="1">
      <a:buFont typeface="Segoe UI Light" panose="020B0502040204020203" pitchFamily="34" charset="0"/>
      <a:buChar char="»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324000" indent="-108000" algn="l" defTabSz="914400" rtl="0" eaLnBrk="1" latinLnBrk="0" hangingPunct="1"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16000" indent="0" algn="l" defTabSz="914400" rtl="0" eaLnBrk="1" latinLnBrk="0" hangingPunct="1"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324000" indent="-108000" algn="l" defTabSz="914400" rtl="0" eaLnBrk="1" latinLnBrk="0" hangingPunct="1"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324000" indent="-108000" algn="l" defTabSz="914400" rtl="0" eaLnBrk="1" latinLnBrk="0" hangingPunct="1"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24000" indent="-108000" algn="l" defTabSz="914400" rtl="0" eaLnBrk="1" latinLnBrk="0" hangingPunct="1"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ADF78F-E751-4AFA-A231-1CAF8BA5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1613" y="6309881"/>
            <a:ext cx="8280766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6865DB-EEAE-4785-B18F-7AA7B9ED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428795" y="6309881"/>
            <a:ext cx="476672" cy="180000"/>
          </a:xfrm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B77216CB-D913-4152-8C7B-8F0798CF84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3F6529F4-B468-4369-AA6D-F796649A38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7370784 w 12192000"/>
              <a:gd name="connsiteY0" fmla="*/ 3011957 h 6858000"/>
              <a:gd name="connsiteX1" fmla="*/ 7400529 w 12192000"/>
              <a:gd name="connsiteY1" fmla="*/ 3011957 h 6858000"/>
              <a:gd name="connsiteX2" fmla="*/ 7698387 w 12192000"/>
              <a:gd name="connsiteY2" fmla="*/ 3259143 h 6858000"/>
              <a:gd name="connsiteX3" fmla="*/ 7390559 w 12192000"/>
              <a:gd name="connsiteY3" fmla="*/ 3506163 h 6858000"/>
              <a:gd name="connsiteX4" fmla="*/ 7370784 w 12192000"/>
              <a:gd name="connsiteY4" fmla="*/ 3506163 h 6858000"/>
              <a:gd name="connsiteX5" fmla="*/ 7408439 w 12192000"/>
              <a:gd name="connsiteY5" fmla="*/ 2593143 h 6858000"/>
              <a:gd name="connsiteX6" fmla="*/ 6912338 w 12192000"/>
              <a:gd name="connsiteY6" fmla="*/ 2594049 h 6858000"/>
              <a:gd name="connsiteX7" fmla="*/ 6912338 w 12192000"/>
              <a:gd name="connsiteY7" fmla="*/ 3925060 h 6858000"/>
              <a:gd name="connsiteX8" fmla="*/ 7388499 w 12192000"/>
              <a:gd name="connsiteY8" fmla="*/ 3925060 h 6858000"/>
              <a:gd name="connsiteX9" fmla="*/ 8163755 w 12192000"/>
              <a:gd name="connsiteY9" fmla="*/ 3260049 h 6858000"/>
              <a:gd name="connsiteX10" fmla="*/ 7408439 w 12192000"/>
              <a:gd name="connsiteY10" fmla="*/ 2593143 h 6858000"/>
              <a:gd name="connsiteX11" fmla="*/ 5439855 w 12192000"/>
              <a:gd name="connsiteY11" fmla="*/ 2591331 h 6858000"/>
              <a:gd name="connsiteX12" fmla="*/ 5439855 w 12192000"/>
              <a:gd name="connsiteY12" fmla="*/ 3926873 h 6858000"/>
              <a:gd name="connsiteX13" fmla="*/ 5841285 w 12192000"/>
              <a:gd name="connsiteY13" fmla="*/ 3926873 h 6858000"/>
              <a:gd name="connsiteX14" fmla="*/ 5841285 w 12192000"/>
              <a:gd name="connsiteY14" fmla="*/ 3419237 h 6858000"/>
              <a:gd name="connsiteX15" fmla="*/ 6291738 w 12192000"/>
              <a:gd name="connsiteY15" fmla="*/ 3419237 h 6858000"/>
              <a:gd name="connsiteX16" fmla="*/ 6291738 w 12192000"/>
              <a:gd name="connsiteY16" fmla="*/ 3926873 h 6858000"/>
              <a:gd name="connsiteX17" fmla="*/ 6693167 w 12192000"/>
              <a:gd name="connsiteY17" fmla="*/ 3926873 h 6858000"/>
              <a:gd name="connsiteX18" fmla="*/ 6693167 w 12192000"/>
              <a:gd name="connsiteY18" fmla="*/ 2591331 h 6858000"/>
              <a:gd name="connsiteX19" fmla="*/ 6291738 w 12192000"/>
              <a:gd name="connsiteY19" fmla="*/ 2591331 h 6858000"/>
              <a:gd name="connsiteX20" fmla="*/ 6291738 w 12192000"/>
              <a:gd name="connsiteY20" fmla="*/ 3054062 h 6858000"/>
              <a:gd name="connsiteX21" fmla="*/ 5841285 w 12192000"/>
              <a:gd name="connsiteY21" fmla="*/ 3054062 h 6858000"/>
              <a:gd name="connsiteX22" fmla="*/ 5841285 w 12192000"/>
              <a:gd name="connsiteY22" fmla="*/ 2591331 h 6858000"/>
              <a:gd name="connsiteX23" fmla="*/ 4667484 w 12192000"/>
              <a:gd name="connsiteY23" fmla="*/ 2572298 h 6858000"/>
              <a:gd name="connsiteX24" fmla="*/ 4107692 w 12192000"/>
              <a:gd name="connsiteY24" fmla="*/ 2989712 h 6858000"/>
              <a:gd name="connsiteX25" fmla="*/ 4593988 w 12192000"/>
              <a:gd name="connsiteY25" fmla="*/ 3412893 h 6858000"/>
              <a:gd name="connsiteX26" fmla="*/ 4855757 w 12192000"/>
              <a:gd name="connsiteY26" fmla="*/ 3514651 h 6858000"/>
              <a:gd name="connsiteX27" fmla="*/ 4673417 w 12192000"/>
              <a:gd name="connsiteY27" fmla="*/ 3582462 h 6858000"/>
              <a:gd name="connsiteX28" fmla="*/ 4321590 w 12192000"/>
              <a:gd name="connsiteY28" fmla="*/ 3424675 h 6858000"/>
              <a:gd name="connsiteX29" fmla="*/ 4027192 w 12192000"/>
              <a:gd name="connsiteY29" fmla="*/ 3651756 h 6858000"/>
              <a:gd name="connsiteX30" fmla="*/ 4657515 w 12192000"/>
              <a:gd name="connsiteY30" fmla="*/ 3945824 h 6858000"/>
              <a:gd name="connsiteX31" fmla="*/ 5267239 w 12192000"/>
              <a:gd name="connsiteY31" fmla="*/ 3497348 h 6858000"/>
              <a:gd name="connsiteX32" fmla="*/ 4750951 w 12192000"/>
              <a:gd name="connsiteY32" fmla="*/ 3062137 h 6858000"/>
              <a:gd name="connsiteX33" fmla="*/ 4519091 w 12192000"/>
              <a:gd name="connsiteY33" fmla="*/ 2979330 h 6858000"/>
              <a:gd name="connsiteX34" fmla="*/ 4657515 w 12192000"/>
              <a:gd name="connsiteY34" fmla="*/ 2934012 h 6858000"/>
              <a:gd name="connsiteX35" fmla="*/ 4973747 w 12192000"/>
              <a:gd name="connsiteY35" fmla="*/ 3077298 h 6858000"/>
              <a:gd name="connsiteX36" fmla="*/ 5271193 w 12192000"/>
              <a:gd name="connsiteY36" fmla="*/ 2827476 h 6858000"/>
              <a:gd name="connsiteX37" fmla="*/ 4667484 w 12192000"/>
              <a:gd name="connsiteY37" fmla="*/ 2572298 h 6858000"/>
              <a:gd name="connsiteX38" fmla="*/ 0 w 12192000"/>
              <a:gd name="connsiteY38" fmla="*/ 0 h 6858000"/>
              <a:gd name="connsiteX39" fmla="*/ 12192000 w 12192000"/>
              <a:gd name="connsiteY39" fmla="*/ 0 h 6858000"/>
              <a:gd name="connsiteX40" fmla="*/ 12192000 w 12192000"/>
              <a:gd name="connsiteY40" fmla="*/ 6858000 h 6858000"/>
              <a:gd name="connsiteX41" fmla="*/ 0 w 12192000"/>
              <a:gd name="connsiteY4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2192000" h="6858000">
                <a:moveTo>
                  <a:pt x="7370784" y="3011957"/>
                </a:moveTo>
                <a:lnTo>
                  <a:pt x="7400529" y="3011957"/>
                </a:lnTo>
                <a:cubicBezTo>
                  <a:pt x="7648044" y="3011957"/>
                  <a:pt x="7696904" y="3062713"/>
                  <a:pt x="7698387" y="3259143"/>
                </a:cubicBezTo>
                <a:cubicBezTo>
                  <a:pt x="7696904" y="3431678"/>
                  <a:pt x="7632718" y="3506163"/>
                  <a:pt x="7390559" y="3506163"/>
                </a:cubicBezTo>
                <a:lnTo>
                  <a:pt x="7370784" y="3506163"/>
                </a:lnTo>
                <a:close/>
                <a:moveTo>
                  <a:pt x="7408439" y="2593143"/>
                </a:moveTo>
                <a:lnTo>
                  <a:pt x="6912338" y="2594049"/>
                </a:lnTo>
                <a:lnTo>
                  <a:pt x="6912338" y="3925060"/>
                </a:lnTo>
                <a:lnTo>
                  <a:pt x="7388499" y="3925060"/>
                </a:lnTo>
                <a:cubicBezTo>
                  <a:pt x="7761667" y="3925060"/>
                  <a:pt x="8163755" y="3724510"/>
                  <a:pt x="8163755" y="3260049"/>
                </a:cubicBezTo>
                <a:cubicBezTo>
                  <a:pt x="8163755" y="2779850"/>
                  <a:pt x="7822639" y="2593061"/>
                  <a:pt x="7408439" y="2593143"/>
                </a:cubicBezTo>
                <a:close/>
                <a:moveTo>
                  <a:pt x="5439855" y="2591331"/>
                </a:moveTo>
                <a:lnTo>
                  <a:pt x="5439855" y="3926873"/>
                </a:lnTo>
                <a:lnTo>
                  <a:pt x="5841285" y="3926873"/>
                </a:lnTo>
                <a:lnTo>
                  <a:pt x="5841285" y="3419237"/>
                </a:lnTo>
                <a:lnTo>
                  <a:pt x="6291738" y="3419237"/>
                </a:lnTo>
                <a:lnTo>
                  <a:pt x="6291738" y="3926873"/>
                </a:lnTo>
                <a:lnTo>
                  <a:pt x="6693167" y="3926873"/>
                </a:lnTo>
                <a:lnTo>
                  <a:pt x="6693167" y="2591331"/>
                </a:lnTo>
                <a:lnTo>
                  <a:pt x="6291738" y="2591331"/>
                </a:lnTo>
                <a:lnTo>
                  <a:pt x="6291738" y="3054062"/>
                </a:lnTo>
                <a:lnTo>
                  <a:pt x="5841285" y="3054062"/>
                </a:lnTo>
                <a:lnTo>
                  <a:pt x="5841285" y="2591331"/>
                </a:lnTo>
                <a:close/>
                <a:moveTo>
                  <a:pt x="4667484" y="2572298"/>
                </a:moveTo>
                <a:cubicBezTo>
                  <a:pt x="4375806" y="2572298"/>
                  <a:pt x="4107692" y="2733875"/>
                  <a:pt x="4107692" y="2989712"/>
                </a:cubicBezTo>
                <a:cubicBezTo>
                  <a:pt x="4107692" y="3271750"/>
                  <a:pt x="4336669" y="3361066"/>
                  <a:pt x="4593988" y="3412893"/>
                </a:cubicBezTo>
                <a:cubicBezTo>
                  <a:pt x="4844881" y="3462247"/>
                  <a:pt x="4855757" y="3470157"/>
                  <a:pt x="4855757" y="3514651"/>
                </a:cubicBezTo>
                <a:cubicBezTo>
                  <a:pt x="4855757" y="3566642"/>
                  <a:pt x="4824859" y="3582462"/>
                  <a:pt x="4673417" y="3582462"/>
                </a:cubicBezTo>
                <a:cubicBezTo>
                  <a:pt x="4548835" y="3582462"/>
                  <a:pt x="4445924" y="3549916"/>
                  <a:pt x="4321590" y="3424675"/>
                </a:cubicBezTo>
                <a:lnTo>
                  <a:pt x="4027192" y="3651756"/>
                </a:lnTo>
                <a:cubicBezTo>
                  <a:pt x="4183248" y="3850575"/>
                  <a:pt x="4412389" y="3945824"/>
                  <a:pt x="4657515" y="3945824"/>
                </a:cubicBezTo>
                <a:cubicBezTo>
                  <a:pt x="5061910" y="3945907"/>
                  <a:pt x="5267239" y="3755409"/>
                  <a:pt x="5267239" y="3497348"/>
                </a:cubicBezTo>
                <a:cubicBezTo>
                  <a:pt x="5267239" y="3185729"/>
                  <a:pt x="4972429" y="3107042"/>
                  <a:pt x="4750951" y="3062137"/>
                </a:cubicBezTo>
                <a:cubicBezTo>
                  <a:pt x="4529555" y="3017232"/>
                  <a:pt x="4519091" y="3011958"/>
                  <a:pt x="4519091" y="2979330"/>
                </a:cubicBezTo>
                <a:cubicBezTo>
                  <a:pt x="4519091" y="2950903"/>
                  <a:pt x="4534334" y="2934012"/>
                  <a:pt x="4657515" y="2934012"/>
                </a:cubicBezTo>
                <a:cubicBezTo>
                  <a:pt x="4772539" y="2934012"/>
                  <a:pt x="4852297" y="2969937"/>
                  <a:pt x="4973747" y="3077298"/>
                </a:cubicBezTo>
                <a:lnTo>
                  <a:pt x="5271193" y="2827476"/>
                </a:lnTo>
                <a:cubicBezTo>
                  <a:pt x="5077400" y="2652139"/>
                  <a:pt x="4897449" y="2572298"/>
                  <a:pt x="4667484" y="257229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lIns="0" tIns="540000" anchor="ctr">
            <a:noAutofit/>
          </a:bodyPr>
          <a:lstStyle>
            <a:lvl1pPr algn="ctr"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4853D5-BE8B-4767-902D-A082CB58F0F4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2705100" y="4181730"/>
            <a:ext cx="6781800" cy="403200"/>
          </a:xfrm>
        </p:spPr>
        <p:txBody>
          <a:bodyPr anchor="t"/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DA7E4F-CD16-467D-BEE1-7607DBF99F3B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4" y="5697032"/>
            <a:ext cx="10658474" cy="180000"/>
          </a:xfrm>
        </p:spPr>
        <p:txBody>
          <a:bodyPr anchor="b"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2pPr>
            <a:lvl3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3pPr>
            <a:lvl4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4pPr>
            <a:lvl5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5pPr>
            <a:lvl6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6pPr>
            <a:lvl7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7pPr>
            <a:lvl8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8pPr>
            <a:lvl9pPr marL="0" indent="0" algn="l">
              <a:buNone/>
              <a:defRPr sz="12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4F8A60-4725-4339-9747-D36B433B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766764" y="5913165"/>
            <a:ext cx="1137526" cy="180000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fld id="{5184E855-77EB-4A23-9AF6-5F8E8AD607DA}" type="datetime1">
              <a:rPr lang="de-DE" smtClean="0"/>
              <a:t>11.11.2025</a:t>
            </a:fld>
            <a:endParaRPr lang="de-DE" dirty="0"/>
          </a:p>
        </p:txBody>
      </p:sp>
      <p:cxnSp>
        <p:nvCxnSpPr>
          <p:cNvPr id="8" name="Gerade Verbindung 10">
            <a:extLst>
              <a:ext uri="{FF2B5EF4-FFF2-40B4-BE49-F238E27FC236}">
                <a16:creationId xmlns:a16="http://schemas.microsoft.com/office/drawing/2014/main" id="{289EEC02-43C1-4F1E-8D4D-CAFFC74D739C}"/>
              </a:ext>
            </a:extLst>
          </p:cNvPr>
          <p:cNvCxnSpPr/>
          <p:nvPr/>
        </p:nvCxnSpPr>
        <p:spPr bwMode="gray">
          <a:xfrm>
            <a:off x="766764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17">
            <a:extLst>
              <a:ext uri="{FF2B5EF4-FFF2-40B4-BE49-F238E27FC236}">
                <a16:creationId xmlns:a16="http://schemas.microsoft.com/office/drawing/2014/main" id="{0EA617C3-CA9F-4AF5-9ECF-028077AAF4C8}"/>
              </a:ext>
            </a:extLst>
          </p:cNvPr>
          <p:cNvSpPr/>
          <p:nvPr/>
        </p:nvSpPr>
        <p:spPr bwMode="gray">
          <a:xfrm>
            <a:off x="599470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14,8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0" name="Gerade Verbindung 20">
            <a:extLst>
              <a:ext uri="{FF2B5EF4-FFF2-40B4-BE49-F238E27FC236}">
                <a16:creationId xmlns:a16="http://schemas.microsoft.com/office/drawing/2014/main" id="{D9FB78D6-05E0-40A1-B3E8-E3B37EFDA980}"/>
              </a:ext>
            </a:extLst>
          </p:cNvPr>
          <p:cNvCxnSpPr/>
          <p:nvPr/>
        </p:nvCxnSpPr>
        <p:spPr bwMode="gray">
          <a:xfrm rot="16200000">
            <a:off x="-43135" y="1732757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24">
            <a:extLst>
              <a:ext uri="{FF2B5EF4-FFF2-40B4-BE49-F238E27FC236}">
                <a16:creationId xmlns:a16="http://schemas.microsoft.com/office/drawing/2014/main" id="{5CEF676B-6BDD-4C00-B21A-D7CE370BC51A}"/>
              </a:ext>
            </a:extLst>
          </p:cNvPr>
          <p:cNvSpPr/>
          <p:nvPr/>
        </p:nvSpPr>
        <p:spPr bwMode="gray">
          <a:xfrm>
            <a:off x="-456303" y="1701801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4,60</a:t>
            </a:r>
          </a:p>
        </p:txBody>
      </p:sp>
      <p:cxnSp>
        <p:nvCxnSpPr>
          <p:cNvPr id="12" name="Gerade Verbindung 20">
            <a:extLst>
              <a:ext uri="{FF2B5EF4-FFF2-40B4-BE49-F238E27FC236}">
                <a16:creationId xmlns:a16="http://schemas.microsoft.com/office/drawing/2014/main" id="{5E3778D3-EDB9-4F72-A2FE-2731D6B4D695}"/>
              </a:ext>
            </a:extLst>
          </p:cNvPr>
          <p:cNvCxnSpPr/>
          <p:nvPr/>
        </p:nvCxnSpPr>
        <p:spPr bwMode="gray">
          <a:xfrm rot="16200000">
            <a:off x="-43135" y="2775744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24">
            <a:extLst>
              <a:ext uri="{FF2B5EF4-FFF2-40B4-BE49-F238E27FC236}">
                <a16:creationId xmlns:a16="http://schemas.microsoft.com/office/drawing/2014/main" id="{B07D3E7B-C8DD-4983-8936-B3A5BB0C72C6}"/>
              </a:ext>
            </a:extLst>
          </p:cNvPr>
          <p:cNvSpPr/>
          <p:nvPr/>
        </p:nvSpPr>
        <p:spPr bwMode="gray">
          <a:xfrm>
            <a:off x="-456303" y="2744788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1,70</a:t>
            </a:r>
          </a:p>
        </p:txBody>
      </p:sp>
      <p:cxnSp>
        <p:nvCxnSpPr>
          <p:cNvPr id="14" name="Gerade Verbindung 20">
            <a:extLst>
              <a:ext uri="{FF2B5EF4-FFF2-40B4-BE49-F238E27FC236}">
                <a16:creationId xmlns:a16="http://schemas.microsoft.com/office/drawing/2014/main" id="{ADB63BF5-6B07-4FCA-9468-24FA2A4A66C6}"/>
              </a:ext>
            </a:extLst>
          </p:cNvPr>
          <p:cNvCxnSpPr/>
          <p:nvPr/>
        </p:nvCxnSpPr>
        <p:spPr bwMode="gray">
          <a:xfrm rot="16200000">
            <a:off x="-43135" y="6052344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24">
            <a:extLst>
              <a:ext uri="{FF2B5EF4-FFF2-40B4-BE49-F238E27FC236}">
                <a16:creationId xmlns:a16="http://schemas.microsoft.com/office/drawing/2014/main" id="{C1210152-471C-4EBF-847F-480D6C204E8B}"/>
              </a:ext>
            </a:extLst>
          </p:cNvPr>
          <p:cNvSpPr/>
          <p:nvPr/>
        </p:nvSpPr>
        <p:spPr bwMode="gray">
          <a:xfrm>
            <a:off x="-456303" y="6021388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7,40</a:t>
            </a:r>
          </a:p>
        </p:txBody>
      </p:sp>
      <p:cxnSp>
        <p:nvCxnSpPr>
          <p:cNvPr id="16" name="Gerade Verbindung 10">
            <a:extLst>
              <a:ext uri="{FF2B5EF4-FFF2-40B4-BE49-F238E27FC236}">
                <a16:creationId xmlns:a16="http://schemas.microsoft.com/office/drawing/2014/main" id="{8DE39A36-189B-4783-9097-7206C2225003}"/>
              </a:ext>
            </a:extLst>
          </p:cNvPr>
          <p:cNvCxnSpPr>
            <a:cxnSpLocks/>
          </p:cNvCxnSpPr>
          <p:nvPr/>
        </p:nvCxnSpPr>
        <p:spPr bwMode="gray">
          <a:xfrm>
            <a:off x="5735638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7">
            <a:extLst>
              <a:ext uri="{FF2B5EF4-FFF2-40B4-BE49-F238E27FC236}">
                <a16:creationId xmlns:a16="http://schemas.microsoft.com/office/drawing/2014/main" id="{76C91723-7B0D-4B72-B1D4-F91437C42D1E}"/>
              </a:ext>
            </a:extLst>
          </p:cNvPr>
          <p:cNvSpPr/>
          <p:nvPr/>
        </p:nvSpPr>
        <p:spPr bwMode="gray">
          <a:xfrm>
            <a:off x="5568344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0">
            <a:extLst>
              <a:ext uri="{FF2B5EF4-FFF2-40B4-BE49-F238E27FC236}">
                <a16:creationId xmlns:a16="http://schemas.microsoft.com/office/drawing/2014/main" id="{0BCAC08F-1CB0-4858-9F14-9FE8D04D2AA3}"/>
              </a:ext>
            </a:extLst>
          </p:cNvPr>
          <p:cNvCxnSpPr/>
          <p:nvPr/>
        </p:nvCxnSpPr>
        <p:spPr bwMode="gray">
          <a:xfrm>
            <a:off x="6096000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7">
            <a:extLst>
              <a:ext uri="{FF2B5EF4-FFF2-40B4-BE49-F238E27FC236}">
                <a16:creationId xmlns:a16="http://schemas.microsoft.com/office/drawing/2014/main" id="{03358416-D639-43F9-A14E-114681B50117}"/>
              </a:ext>
            </a:extLst>
          </p:cNvPr>
          <p:cNvSpPr/>
          <p:nvPr/>
        </p:nvSpPr>
        <p:spPr bwMode="gray">
          <a:xfrm>
            <a:off x="5928706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0,0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22" name="Gerade Verbindung 10">
            <a:extLst>
              <a:ext uri="{FF2B5EF4-FFF2-40B4-BE49-F238E27FC236}">
                <a16:creationId xmlns:a16="http://schemas.microsoft.com/office/drawing/2014/main" id="{6FE3A152-6181-4A1A-A923-822C1202991E}"/>
              </a:ext>
            </a:extLst>
          </p:cNvPr>
          <p:cNvCxnSpPr>
            <a:cxnSpLocks/>
          </p:cNvCxnSpPr>
          <p:nvPr/>
        </p:nvCxnSpPr>
        <p:spPr bwMode="gray">
          <a:xfrm>
            <a:off x="6456363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17">
            <a:extLst>
              <a:ext uri="{FF2B5EF4-FFF2-40B4-BE49-F238E27FC236}">
                <a16:creationId xmlns:a16="http://schemas.microsoft.com/office/drawing/2014/main" id="{72911069-E21C-4C3D-AEEA-71E2DC84EE18}"/>
              </a:ext>
            </a:extLst>
          </p:cNvPr>
          <p:cNvSpPr/>
          <p:nvPr/>
        </p:nvSpPr>
        <p:spPr bwMode="gray">
          <a:xfrm>
            <a:off x="6289069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24" name="Gerade Verbindung 10">
            <a:extLst>
              <a:ext uri="{FF2B5EF4-FFF2-40B4-BE49-F238E27FC236}">
                <a16:creationId xmlns:a16="http://schemas.microsoft.com/office/drawing/2014/main" id="{D349F3E1-D58B-43EA-8520-941EBB3F65E2}"/>
              </a:ext>
            </a:extLst>
          </p:cNvPr>
          <p:cNvCxnSpPr>
            <a:cxnSpLocks/>
          </p:cNvCxnSpPr>
          <p:nvPr/>
        </p:nvCxnSpPr>
        <p:spPr bwMode="gray">
          <a:xfrm>
            <a:off x="11425236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17">
            <a:extLst>
              <a:ext uri="{FF2B5EF4-FFF2-40B4-BE49-F238E27FC236}">
                <a16:creationId xmlns:a16="http://schemas.microsoft.com/office/drawing/2014/main" id="{EB9BA402-1FFA-44BC-83A3-64A91A600F8B}"/>
              </a:ext>
            </a:extLst>
          </p:cNvPr>
          <p:cNvSpPr/>
          <p:nvPr/>
        </p:nvSpPr>
        <p:spPr bwMode="gray">
          <a:xfrm>
            <a:off x="11257942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14,8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658F8FC-F0F0-426A-AA80-004DE46E63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ildplatzhalter 9">
            <a:extLst>
              <a:ext uri="{FF2B5EF4-FFF2-40B4-BE49-F238E27FC236}">
                <a16:creationId xmlns:a16="http://schemas.microsoft.com/office/drawing/2014/main" id="{08DAD37D-1F8C-4ABB-950F-DC1AC01967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39"/>
                    </a14:imgEffect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985" b="6985"/>
          <a:stretch>
            <a:fillRect/>
          </a:stretch>
        </p:blipFill>
        <p:spPr bwMode="gray">
          <a:xfrm>
            <a:off x="-2653" y="0"/>
            <a:ext cx="12192000" cy="6858000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6865DB-EEAE-4785-B18F-7AA7B9ED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428795" y="6309881"/>
            <a:ext cx="476672" cy="180000"/>
          </a:xfrm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B77216CB-D913-4152-8C7B-8F0798CF844B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10">
            <a:extLst>
              <a:ext uri="{FF2B5EF4-FFF2-40B4-BE49-F238E27FC236}">
                <a16:creationId xmlns:a16="http://schemas.microsoft.com/office/drawing/2014/main" id="{289EEC02-43C1-4F1E-8D4D-CAFFC74D739C}"/>
              </a:ext>
            </a:extLst>
          </p:cNvPr>
          <p:cNvCxnSpPr/>
          <p:nvPr/>
        </p:nvCxnSpPr>
        <p:spPr bwMode="gray">
          <a:xfrm>
            <a:off x="766764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17">
            <a:extLst>
              <a:ext uri="{FF2B5EF4-FFF2-40B4-BE49-F238E27FC236}">
                <a16:creationId xmlns:a16="http://schemas.microsoft.com/office/drawing/2014/main" id="{0EA617C3-CA9F-4AF5-9ECF-028077AAF4C8}"/>
              </a:ext>
            </a:extLst>
          </p:cNvPr>
          <p:cNvSpPr/>
          <p:nvPr/>
        </p:nvSpPr>
        <p:spPr bwMode="gray">
          <a:xfrm>
            <a:off x="599470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14,8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0" name="Gerade Verbindung 20">
            <a:extLst>
              <a:ext uri="{FF2B5EF4-FFF2-40B4-BE49-F238E27FC236}">
                <a16:creationId xmlns:a16="http://schemas.microsoft.com/office/drawing/2014/main" id="{D9FB78D6-05E0-40A1-B3E8-E3B37EFDA980}"/>
              </a:ext>
            </a:extLst>
          </p:cNvPr>
          <p:cNvCxnSpPr/>
          <p:nvPr/>
        </p:nvCxnSpPr>
        <p:spPr bwMode="gray">
          <a:xfrm rot="16200000">
            <a:off x="-43135" y="1732757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24">
            <a:extLst>
              <a:ext uri="{FF2B5EF4-FFF2-40B4-BE49-F238E27FC236}">
                <a16:creationId xmlns:a16="http://schemas.microsoft.com/office/drawing/2014/main" id="{5CEF676B-6BDD-4C00-B21A-D7CE370BC51A}"/>
              </a:ext>
            </a:extLst>
          </p:cNvPr>
          <p:cNvSpPr/>
          <p:nvPr/>
        </p:nvSpPr>
        <p:spPr bwMode="gray">
          <a:xfrm>
            <a:off x="-456303" y="1701801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4,60</a:t>
            </a:r>
          </a:p>
        </p:txBody>
      </p:sp>
      <p:cxnSp>
        <p:nvCxnSpPr>
          <p:cNvPr id="12" name="Gerade Verbindung 20">
            <a:extLst>
              <a:ext uri="{FF2B5EF4-FFF2-40B4-BE49-F238E27FC236}">
                <a16:creationId xmlns:a16="http://schemas.microsoft.com/office/drawing/2014/main" id="{5E3778D3-EDB9-4F72-A2FE-2731D6B4D695}"/>
              </a:ext>
            </a:extLst>
          </p:cNvPr>
          <p:cNvCxnSpPr/>
          <p:nvPr/>
        </p:nvCxnSpPr>
        <p:spPr bwMode="gray">
          <a:xfrm rot="16200000">
            <a:off x="-43135" y="2775744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24">
            <a:extLst>
              <a:ext uri="{FF2B5EF4-FFF2-40B4-BE49-F238E27FC236}">
                <a16:creationId xmlns:a16="http://schemas.microsoft.com/office/drawing/2014/main" id="{B07D3E7B-C8DD-4983-8936-B3A5BB0C72C6}"/>
              </a:ext>
            </a:extLst>
          </p:cNvPr>
          <p:cNvSpPr/>
          <p:nvPr/>
        </p:nvSpPr>
        <p:spPr bwMode="gray">
          <a:xfrm>
            <a:off x="-456303" y="2744788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1,70</a:t>
            </a:r>
          </a:p>
        </p:txBody>
      </p:sp>
      <p:cxnSp>
        <p:nvCxnSpPr>
          <p:cNvPr id="14" name="Gerade Verbindung 20">
            <a:extLst>
              <a:ext uri="{FF2B5EF4-FFF2-40B4-BE49-F238E27FC236}">
                <a16:creationId xmlns:a16="http://schemas.microsoft.com/office/drawing/2014/main" id="{ADB63BF5-6B07-4FCA-9468-24FA2A4A66C6}"/>
              </a:ext>
            </a:extLst>
          </p:cNvPr>
          <p:cNvCxnSpPr/>
          <p:nvPr/>
        </p:nvCxnSpPr>
        <p:spPr bwMode="gray">
          <a:xfrm rot="16200000">
            <a:off x="-43135" y="6052344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24">
            <a:extLst>
              <a:ext uri="{FF2B5EF4-FFF2-40B4-BE49-F238E27FC236}">
                <a16:creationId xmlns:a16="http://schemas.microsoft.com/office/drawing/2014/main" id="{C1210152-471C-4EBF-847F-480D6C204E8B}"/>
              </a:ext>
            </a:extLst>
          </p:cNvPr>
          <p:cNvSpPr/>
          <p:nvPr/>
        </p:nvSpPr>
        <p:spPr bwMode="gray">
          <a:xfrm>
            <a:off x="-456303" y="6021388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</a:rPr>
              <a:t>7,40</a:t>
            </a:r>
          </a:p>
        </p:txBody>
      </p:sp>
      <p:cxnSp>
        <p:nvCxnSpPr>
          <p:cNvPr id="16" name="Gerade Verbindung 10">
            <a:extLst>
              <a:ext uri="{FF2B5EF4-FFF2-40B4-BE49-F238E27FC236}">
                <a16:creationId xmlns:a16="http://schemas.microsoft.com/office/drawing/2014/main" id="{8DE39A36-189B-4783-9097-7206C2225003}"/>
              </a:ext>
            </a:extLst>
          </p:cNvPr>
          <p:cNvCxnSpPr>
            <a:cxnSpLocks/>
          </p:cNvCxnSpPr>
          <p:nvPr/>
        </p:nvCxnSpPr>
        <p:spPr bwMode="gray">
          <a:xfrm>
            <a:off x="5735638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7">
            <a:extLst>
              <a:ext uri="{FF2B5EF4-FFF2-40B4-BE49-F238E27FC236}">
                <a16:creationId xmlns:a16="http://schemas.microsoft.com/office/drawing/2014/main" id="{76C91723-7B0D-4B72-B1D4-F91437C42D1E}"/>
              </a:ext>
            </a:extLst>
          </p:cNvPr>
          <p:cNvSpPr/>
          <p:nvPr/>
        </p:nvSpPr>
        <p:spPr bwMode="gray">
          <a:xfrm>
            <a:off x="5568344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0">
            <a:extLst>
              <a:ext uri="{FF2B5EF4-FFF2-40B4-BE49-F238E27FC236}">
                <a16:creationId xmlns:a16="http://schemas.microsoft.com/office/drawing/2014/main" id="{0BCAC08F-1CB0-4858-9F14-9FE8D04D2AA3}"/>
              </a:ext>
            </a:extLst>
          </p:cNvPr>
          <p:cNvCxnSpPr/>
          <p:nvPr/>
        </p:nvCxnSpPr>
        <p:spPr bwMode="gray">
          <a:xfrm>
            <a:off x="6096000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7">
            <a:extLst>
              <a:ext uri="{FF2B5EF4-FFF2-40B4-BE49-F238E27FC236}">
                <a16:creationId xmlns:a16="http://schemas.microsoft.com/office/drawing/2014/main" id="{03358416-D639-43F9-A14E-114681B50117}"/>
              </a:ext>
            </a:extLst>
          </p:cNvPr>
          <p:cNvSpPr/>
          <p:nvPr/>
        </p:nvSpPr>
        <p:spPr bwMode="gray">
          <a:xfrm>
            <a:off x="5928706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0,0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22" name="Gerade Verbindung 10">
            <a:extLst>
              <a:ext uri="{FF2B5EF4-FFF2-40B4-BE49-F238E27FC236}">
                <a16:creationId xmlns:a16="http://schemas.microsoft.com/office/drawing/2014/main" id="{6FE3A152-6181-4A1A-A923-822C1202991E}"/>
              </a:ext>
            </a:extLst>
          </p:cNvPr>
          <p:cNvCxnSpPr>
            <a:cxnSpLocks/>
          </p:cNvCxnSpPr>
          <p:nvPr/>
        </p:nvCxnSpPr>
        <p:spPr bwMode="gray">
          <a:xfrm>
            <a:off x="6456363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17">
            <a:extLst>
              <a:ext uri="{FF2B5EF4-FFF2-40B4-BE49-F238E27FC236}">
                <a16:creationId xmlns:a16="http://schemas.microsoft.com/office/drawing/2014/main" id="{72911069-E21C-4C3D-AEEA-71E2DC84EE18}"/>
              </a:ext>
            </a:extLst>
          </p:cNvPr>
          <p:cNvSpPr/>
          <p:nvPr/>
        </p:nvSpPr>
        <p:spPr bwMode="gray">
          <a:xfrm>
            <a:off x="6289069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1,0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24" name="Gerade Verbindung 10">
            <a:extLst>
              <a:ext uri="{FF2B5EF4-FFF2-40B4-BE49-F238E27FC236}">
                <a16:creationId xmlns:a16="http://schemas.microsoft.com/office/drawing/2014/main" id="{D349F3E1-D58B-43EA-8520-941EBB3F65E2}"/>
              </a:ext>
            </a:extLst>
          </p:cNvPr>
          <p:cNvCxnSpPr>
            <a:cxnSpLocks/>
          </p:cNvCxnSpPr>
          <p:nvPr/>
        </p:nvCxnSpPr>
        <p:spPr bwMode="gray">
          <a:xfrm>
            <a:off x="11425236" y="-80963"/>
            <a:ext cx="0" cy="80963"/>
          </a:xfrm>
          <a:prstGeom prst="line">
            <a:avLst/>
          </a:prstGeom>
          <a:ln w="3175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17">
            <a:extLst>
              <a:ext uri="{FF2B5EF4-FFF2-40B4-BE49-F238E27FC236}">
                <a16:creationId xmlns:a16="http://schemas.microsoft.com/office/drawing/2014/main" id="{EB9BA402-1FFA-44BC-83A3-64A91A600F8B}"/>
              </a:ext>
            </a:extLst>
          </p:cNvPr>
          <p:cNvSpPr/>
          <p:nvPr/>
        </p:nvSpPr>
        <p:spPr bwMode="gray">
          <a:xfrm>
            <a:off x="11257942" y="-287546"/>
            <a:ext cx="334588" cy="1428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4251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88502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32753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17700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721254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265505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809756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354007" algn="l" defTabSz="1088502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269875" algn="l"/>
              </a:tabLst>
            </a:pPr>
            <a:r>
              <a:rPr lang="de-DE" sz="900" dirty="0">
                <a:solidFill>
                  <a:schemeClr val="tx1"/>
                </a:solidFill>
              </a:rPr>
              <a:t>14,8</a:t>
            </a:r>
            <a:r>
              <a:rPr lang="de-DE" altLang="zh-CN" sz="900" dirty="0">
                <a:solidFill>
                  <a:schemeClr val="tx1"/>
                </a:solidFill>
              </a:rPr>
              <a:t>0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72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D8E2E9A-36B6-41D5-B00C-21BAA415ED23}"/>
              </a:ext>
            </a:extLst>
          </p:cNvPr>
          <p:cNvSpPr/>
          <p:nvPr/>
        </p:nvSpPr>
        <p:spPr bwMode="gray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432A9368-F901-403A-B8BF-D4600EBC2F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6543675" y="5168408"/>
            <a:ext cx="446400" cy="444500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none" anchor="ctr"/>
          <a:lstStyle>
            <a:lvl1pPr algn="ctr">
              <a:spcAft>
                <a:spcPts val="0"/>
              </a:spcAft>
              <a:defRPr b="1">
                <a:solidFill>
                  <a:schemeClr val="bg2"/>
                </a:solidFill>
                <a:latin typeface="+mj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5pPr>
            <a:lvl6pPr marL="0" indent="0">
              <a:buNone/>
              <a:defRPr b="1">
                <a:solidFill>
                  <a:schemeClr val="bg2"/>
                </a:solidFill>
                <a:latin typeface="+mj-lt"/>
              </a:defRPr>
            </a:lvl6pPr>
            <a:lvl7pPr marL="0" indent="0">
              <a:buNone/>
              <a:defRPr b="1">
                <a:solidFill>
                  <a:schemeClr val="bg2"/>
                </a:solidFill>
                <a:latin typeface="+mj-lt"/>
              </a:defRPr>
            </a:lvl7pPr>
            <a:lvl8pPr marL="0" indent="0">
              <a:buNone/>
              <a:defRPr b="1">
                <a:solidFill>
                  <a:schemeClr val="bg2"/>
                </a:solidFill>
                <a:latin typeface="+mj-lt"/>
              </a:defRPr>
            </a:lvl8pPr>
            <a:lvl9pPr marL="0" indent="0">
              <a:buNone/>
              <a:defRPr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2382982"/>
            <a:ext cx="5001905" cy="2092036"/>
          </a:xfrm>
        </p:spPr>
        <p:txBody>
          <a:bodyPr anchor="ctr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6F0220-F19D-49C1-8A0F-78F65FBF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F57CAC52-4301-4277-B37C-FD3BBD430F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543675" y="4187579"/>
            <a:ext cx="446400" cy="444500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none" anchor="ctr"/>
          <a:lstStyle>
            <a:lvl1pPr algn="ctr">
              <a:spcAft>
                <a:spcPts val="0"/>
              </a:spcAft>
              <a:defRPr b="1">
                <a:solidFill>
                  <a:schemeClr val="bg2"/>
                </a:solidFill>
                <a:latin typeface="+mj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5pPr>
            <a:lvl6pPr marL="0" indent="0">
              <a:buNone/>
              <a:defRPr b="1">
                <a:solidFill>
                  <a:schemeClr val="bg2"/>
                </a:solidFill>
                <a:latin typeface="+mj-lt"/>
              </a:defRPr>
            </a:lvl6pPr>
            <a:lvl7pPr marL="0" indent="0">
              <a:buNone/>
              <a:defRPr b="1">
                <a:solidFill>
                  <a:schemeClr val="bg2"/>
                </a:solidFill>
                <a:latin typeface="+mj-lt"/>
              </a:defRPr>
            </a:lvl7pPr>
            <a:lvl8pPr marL="0" indent="0">
              <a:buNone/>
              <a:defRPr b="1">
                <a:solidFill>
                  <a:schemeClr val="bg2"/>
                </a:solidFill>
                <a:latin typeface="+mj-lt"/>
              </a:defRPr>
            </a:lvl8pPr>
            <a:lvl9pPr marL="0" indent="0">
              <a:buNone/>
              <a:defRPr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5DC8ED2B-C27C-48EE-B896-C3AF64A824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543675" y="3206750"/>
            <a:ext cx="446400" cy="444500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none" anchor="ctr"/>
          <a:lstStyle>
            <a:lvl1pPr algn="ctr">
              <a:spcAft>
                <a:spcPts val="0"/>
              </a:spcAft>
              <a:defRPr b="1">
                <a:solidFill>
                  <a:schemeClr val="bg2"/>
                </a:solidFill>
                <a:latin typeface="+mj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5pPr>
            <a:lvl6pPr marL="0" indent="0">
              <a:buNone/>
              <a:defRPr b="1">
                <a:solidFill>
                  <a:schemeClr val="bg2"/>
                </a:solidFill>
                <a:latin typeface="+mj-lt"/>
              </a:defRPr>
            </a:lvl6pPr>
            <a:lvl7pPr marL="0" indent="0">
              <a:buNone/>
              <a:defRPr b="1">
                <a:solidFill>
                  <a:schemeClr val="bg2"/>
                </a:solidFill>
                <a:latin typeface="+mj-lt"/>
              </a:defRPr>
            </a:lvl7pPr>
            <a:lvl8pPr marL="0" indent="0">
              <a:buNone/>
              <a:defRPr b="1">
                <a:solidFill>
                  <a:schemeClr val="bg2"/>
                </a:solidFill>
                <a:latin typeface="+mj-lt"/>
              </a:defRPr>
            </a:lvl8pPr>
            <a:lvl9pPr marL="0" indent="0">
              <a:buNone/>
              <a:defRPr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E9FB542A-C88D-41CE-AAF6-3A147CB60C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543675" y="2225921"/>
            <a:ext cx="446400" cy="444500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none" anchor="ctr"/>
          <a:lstStyle>
            <a:lvl1pPr algn="ctr">
              <a:spcAft>
                <a:spcPts val="0"/>
              </a:spcAft>
              <a:defRPr b="1">
                <a:solidFill>
                  <a:schemeClr val="bg2"/>
                </a:solidFill>
                <a:latin typeface="+mj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5pPr>
            <a:lvl6pPr marL="0" indent="0">
              <a:buNone/>
              <a:defRPr b="1">
                <a:solidFill>
                  <a:schemeClr val="bg2"/>
                </a:solidFill>
                <a:latin typeface="+mj-lt"/>
              </a:defRPr>
            </a:lvl6pPr>
            <a:lvl7pPr marL="0" indent="0">
              <a:buNone/>
              <a:defRPr b="1">
                <a:solidFill>
                  <a:schemeClr val="bg2"/>
                </a:solidFill>
                <a:latin typeface="+mj-lt"/>
              </a:defRPr>
            </a:lvl7pPr>
            <a:lvl8pPr marL="0" indent="0">
              <a:buNone/>
              <a:defRPr b="1">
                <a:solidFill>
                  <a:schemeClr val="bg2"/>
                </a:solidFill>
                <a:latin typeface="+mj-lt"/>
              </a:defRPr>
            </a:lvl8pPr>
            <a:lvl9pPr marL="0" indent="0">
              <a:buNone/>
              <a:defRPr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AA5E7591-A8F4-40B4-846D-7F69FD1F0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543675" y="1245092"/>
            <a:ext cx="446400" cy="444500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none" anchor="ctr"/>
          <a:lstStyle>
            <a:lvl1pPr algn="ctr">
              <a:spcAft>
                <a:spcPts val="0"/>
              </a:spcAft>
              <a:defRPr b="1">
                <a:solidFill>
                  <a:schemeClr val="bg2"/>
                </a:solidFill>
                <a:latin typeface="+mj-lt"/>
              </a:defRPr>
            </a:lvl1pPr>
            <a:lvl2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  <a:latin typeface="+mj-lt"/>
              </a:defRPr>
            </a:lvl2pPr>
            <a:lvl3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3pPr>
            <a:lvl4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4pPr>
            <a:lvl5pPr marL="0" indent="0" algn="ctr">
              <a:spcAft>
                <a:spcPts val="0"/>
              </a:spcAft>
              <a:buNone/>
              <a:defRPr b="1">
                <a:solidFill>
                  <a:schemeClr val="bg2"/>
                </a:solidFill>
                <a:latin typeface="+mj-lt"/>
              </a:defRPr>
            </a:lvl5pPr>
            <a:lvl6pPr marL="0" indent="0">
              <a:buNone/>
              <a:defRPr b="1">
                <a:solidFill>
                  <a:schemeClr val="bg2"/>
                </a:solidFill>
                <a:latin typeface="+mj-lt"/>
              </a:defRPr>
            </a:lvl6pPr>
            <a:lvl7pPr marL="0" indent="0">
              <a:buNone/>
              <a:defRPr b="1">
                <a:solidFill>
                  <a:schemeClr val="bg2"/>
                </a:solidFill>
                <a:latin typeface="+mj-lt"/>
              </a:defRPr>
            </a:lvl7pPr>
            <a:lvl8pPr marL="0" indent="0">
              <a:buNone/>
              <a:defRPr b="1">
                <a:solidFill>
                  <a:schemeClr val="bg2"/>
                </a:solidFill>
                <a:latin typeface="+mj-lt"/>
              </a:defRPr>
            </a:lvl8pPr>
            <a:lvl9pPr marL="0" indent="0">
              <a:buNone/>
              <a:defRPr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0" name="Textplatzhalter 7">
            <a:extLst>
              <a:ext uri="{FF2B5EF4-FFF2-40B4-BE49-F238E27FC236}">
                <a16:creationId xmlns:a16="http://schemas.microsoft.com/office/drawing/2014/main" id="{88FBC0CC-B912-42E1-9909-4B446CE2BC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147875" y="5042256"/>
            <a:ext cx="4274982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1" name="Textplatzhalter 7">
            <a:extLst>
              <a:ext uri="{FF2B5EF4-FFF2-40B4-BE49-F238E27FC236}">
                <a16:creationId xmlns:a16="http://schemas.microsoft.com/office/drawing/2014/main" id="{37FD4900-DB7A-41CF-915F-CD9749D1F77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7147875" y="5394599"/>
            <a:ext cx="4274982" cy="213217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68E9CBA6-BCC3-4753-8119-58ABDAC350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7147875" y="4066519"/>
            <a:ext cx="4274982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9F974F66-8BB5-4442-B13C-1D0A5FB62C0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7147875" y="4418862"/>
            <a:ext cx="4274982" cy="213217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6" name="Textplatzhalter 7">
            <a:extLst>
              <a:ext uri="{FF2B5EF4-FFF2-40B4-BE49-F238E27FC236}">
                <a16:creationId xmlns:a16="http://schemas.microsoft.com/office/drawing/2014/main" id="{40524622-0F35-4702-9219-06C064039D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7147875" y="3085690"/>
            <a:ext cx="4274982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7" name="Textplatzhalter 7">
            <a:extLst>
              <a:ext uri="{FF2B5EF4-FFF2-40B4-BE49-F238E27FC236}">
                <a16:creationId xmlns:a16="http://schemas.microsoft.com/office/drawing/2014/main" id="{683F1256-2ED0-4726-A04B-DAF5A33989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7147875" y="3438033"/>
            <a:ext cx="4274982" cy="213217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4" name="Textplatzhalter 7">
            <a:extLst>
              <a:ext uri="{FF2B5EF4-FFF2-40B4-BE49-F238E27FC236}">
                <a16:creationId xmlns:a16="http://schemas.microsoft.com/office/drawing/2014/main" id="{2A0F7F76-7B3B-4A38-AB16-0A24C3BA28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7147875" y="2104861"/>
            <a:ext cx="4274982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19899181-2704-417B-B6AD-AC9BFBC6E6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7147875" y="2457204"/>
            <a:ext cx="4274982" cy="213217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1" name="Textplatzhalter 7">
            <a:extLst>
              <a:ext uri="{FF2B5EF4-FFF2-40B4-BE49-F238E27FC236}">
                <a16:creationId xmlns:a16="http://schemas.microsoft.com/office/drawing/2014/main" id="{087E5AB6-E5D8-43AF-9ABB-4C92CFE00F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7147875" y="1125949"/>
            <a:ext cx="4274982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FD1AA8FD-9E96-47F9-B1E1-1AA26844F8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7147875" y="1478292"/>
            <a:ext cx="4274982" cy="213217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6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639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9000000" cy="3328564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E9672D9-C129-48B7-8104-4A1EF953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631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3ED9B7A-84B1-481E-ADFA-8D23601159A8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9000000" cy="3328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84D5DD17-4181-4530-9C0C-34F5994D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440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A5D88469-A73B-4783-A8E2-1CB1EF814031}"/>
              </a:ext>
            </a:extLst>
          </p:cNvPr>
          <p:cNvSpPr/>
          <p:nvPr/>
        </p:nvSpPr>
        <p:spPr bwMode="gray">
          <a:xfrm>
            <a:off x="7328561" y="250939"/>
            <a:ext cx="5913541" cy="5841886"/>
          </a:xfrm>
          <a:custGeom>
            <a:avLst/>
            <a:gdLst>
              <a:gd name="connsiteX0" fmla="*/ 2446190 w 5913541"/>
              <a:gd name="connsiteY0" fmla="*/ 244 h 5841886"/>
              <a:gd name="connsiteX1" fmla="*/ 5803865 w 5913541"/>
              <a:gd name="connsiteY1" fmla="*/ 1789968 h 5841886"/>
              <a:gd name="connsiteX2" fmla="*/ 2179112 w 5913541"/>
              <a:gd name="connsiteY2" fmla="*/ 5801423 h 5841886"/>
              <a:gd name="connsiteX3" fmla="*/ 965202 w 5913541"/>
              <a:gd name="connsiteY3" fmla="*/ 310418 h 5841886"/>
              <a:gd name="connsiteX4" fmla="*/ 2446190 w 5913541"/>
              <a:gd name="connsiteY4" fmla="*/ 244 h 584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13541" h="5841886">
                <a:moveTo>
                  <a:pt x="2446190" y="244"/>
                </a:moveTo>
                <a:cubicBezTo>
                  <a:pt x="3926188" y="17221"/>
                  <a:pt x="5313769" y="915186"/>
                  <a:pt x="5803865" y="1789968"/>
                </a:cubicBezTo>
                <a:cubicBezTo>
                  <a:pt x="6457327" y="2956344"/>
                  <a:pt x="4055597" y="6242569"/>
                  <a:pt x="2179112" y="5801423"/>
                </a:cubicBezTo>
                <a:cubicBezTo>
                  <a:pt x="302627" y="5360277"/>
                  <a:pt x="-971010" y="1204834"/>
                  <a:pt x="965202" y="310418"/>
                </a:cubicBezTo>
                <a:cubicBezTo>
                  <a:pt x="1449255" y="86813"/>
                  <a:pt x="1952857" y="-5415"/>
                  <a:pt x="2446190" y="24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4983162" cy="3328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1405756"/>
            <a:ext cx="6442387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2ABDE89-80E3-44F8-B4A6-3880391F1773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780F99C-F037-4089-95BE-F0900CA353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7972262" y="886840"/>
            <a:ext cx="3455359" cy="4570082"/>
          </a:xfrm>
          <a:custGeom>
            <a:avLst/>
            <a:gdLst>
              <a:gd name="connsiteX0" fmla="*/ 1913644 w 3455359"/>
              <a:gd name="connsiteY0" fmla="*/ 191 h 4570082"/>
              <a:gd name="connsiteX1" fmla="*/ 3338997 w 3455359"/>
              <a:gd name="connsiteY1" fmla="*/ 354138 h 4570082"/>
              <a:gd name="connsiteX2" fmla="*/ 3455359 w 3455359"/>
              <a:gd name="connsiteY2" fmla="*/ 415748 h 4570082"/>
              <a:gd name="connsiteX3" fmla="*/ 3455359 w 3455359"/>
              <a:gd name="connsiteY3" fmla="*/ 3868100 h 4570082"/>
              <a:gd name="connsiteX4" fmla="*/ 3381812 w 3455359"/>
              <a:gd name="connsiteY4" fmla="*/ 3937746 h 4570082"/>
              <a:gd name="connsiteX5" fmla="*/ 1704710 w 3455359"/>
              <a:gd name="connsiteY5" fmla="*/ 4538428 h 4570082"/>
              <a:gd name="connsiteX6" fmla="*/ 755073 w 3455359"/>
              <a:gd name="connsiteY6" fmla="*/ 242839 h 4570082"/>
              <a:gd name="connsiteX7" fmla="*/ 1913644 w 3455359"/>
              <a:gd name="connsiteY7" fmla="*/ 191 h 4570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5359" h="4570082">
                <a:moveTo>
                  <a:pt x="1913644" y="191"/>
                </a:moveTo>
                <a:cubicBezTo>
                  <a:pt x="2420180" y="6002"/>
                  <a:pt x="2912877" y="143728"/>
                  <a:pt x="3338997" y="354138"/>
                </a:cubicBezTo>
                <a:lnTo>
                  <a:pt x="3455359" y="415748"/>
                </a:lnTo>
                <a:lnTo>
                  <a:pt x="3455359" y="3868100"/>
                </a:lnTo>
                <a:lnTo>
                  <a:pt x="3381812" y="3937746"/>
                </a:lnTo>
                <a:cubicBezTo>
                  <a:pt x="2863467" y="4387209"/>
                  <a:pt x="2255197" y="4667843"/>
                  <a:pt x="1704710" y="4538428"/>
                </a:cubicBezTo>
                <a:cubicBezTo>
                  <a:pt x="236744" y="4193321"/>
                  <a:pt x="-759617" y="942537"/>
                  <a:pt x="755073" y="242839"/>
                </a:cubicBezTo>
                <a:cubicBezTo>
                  <a:pt x="1133746" y="67913"/>
                  <a:pt x="1527712" y="-4236"/>
                  <a:pt x="1913644" y="19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  <a:lvl6pPr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BC5C23DA-8FEA-4C80-9E7C-3300B40C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88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6EB1461-429A-4EC7-896A-77C92BECB9E9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4983162" cy="33285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  <a:lvl6pPr marL="360000" indent="0">
              <a:buNone/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1405756"/>
            <a:ext cx="6442387" cy="4030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4CB8F53-9D32-459B-9807-77414C20A0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328561" y="250938"/>
            <a:ext cx="5913541" cy="5841886"/>
          </a:xfrm>
          <a:custGeom>
            <a:avLst/>
            <a:gdLst>
              <a:gd name="connsiteX0" fmla="*/ 2446190 w 5913541"/>
              <a:gd name="connsiteY0" fmla="*/ 244 h 5841886"/>
              <a:gd name="connsiteX1" fmla="*/ 5803865 w 5913541"/>
              <a:gd name="connsiteY1" fmla="*/ 1789968 h 5841886"/>
              <a:gd name="connsiteX2" fmla="*/ 2179112 w 5913541"/>
              <a:gd name="connsiteY2" fmla="*/ 5801423 h 5841886"/>
              <a:gd name="connsiteX3" fmla="*/ 965202 w 5913541"/>
              <a:gd name="connsiteY3" fmla="*/ 310418 h 5841886"/>
              <a:gd name="connsiteX4" fmla="*/ 2446190 w 5913541"/>
              <a:gd name="connsiteY4" fmla="*/ 244 h 584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13541" h="5841886">
                <a:moveTo>
                  <a:pt x="2446190" y="244"/>
                </a:moveTo>
                <a:cubicBezTo>
                  <a:pt x="3926188" y="17221"/>
                  <a:pt x="5313769" y="915186"/>
                  <a:pt x="5803865" y="1789968"/>
                </a:cubicBezTo>
                <a:cubicBezTo>
                  <a:pt x="6457327" y="2956344"/>
                  <a:pt x="4055597" y="6242569"/>
                  <a:pt x="2179112" y="5801423"/>
                </a:cubicBezTo>
                <a:cubicBezTo>
                  <a:pt x="302627" y="5360277"/>
                  <a:pt x="-971010" y="1204834"/>
                  <a:pt x="965202" y="310418"/>
                </a:cubicBezTo>
                <a:cubicBezTo>
                  <a:pt x="1449255" y="86813"/>
                  <a:pt x="1952857" y="-5415"/>
                  <a:pt x="2446190" y="244"/>
                </a:cubicBez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F7663C6E-26B4-4453-ADAB-C6FCC7477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58C86C76-A889-45AD-8BAB-318EE464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957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&amp; Bild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4983162" cy="33285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1405756"/>
            <a:ext cx="6442387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4CB8F53-9D32-459B-9807-77414C20A0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328561" y="250938"/>
            <a:ext cx="5913541" cy="5841886"/>
          </a:xfrm>
          <a:custGeom>
            <a:avLst/>
            <a:gdLst>
              <a:gd name="connsiteX0" fmla="*/ 2446190 w 5913541"/>
              <a:gd name="connsiteY0" fmla="*/ 244 h 5841886"/>
              <a:gd name="connsiteX1" fmla="*/ 5803865 w 5913541"/>
              <a:gd name="connsiteY1" fmla="*/ 1789968 h 5841886"/>
              <a:gd name="connsiteX2" fmla="*/ 2179112 w 5913541"/>
              <a:gd name="connsiteY2" fmla="*/ 5801423 h 5841886"/>
              <a:gd name="connsiteX3" fmla="*/ 965202 w 5913541"/>
              <a:gd name="connsiteY3" fmla="*/ 310418 h 5841886"/>
              <a:gd name="connsiteX4" fmla="*/ 2446190 w 5913541"/>
              <a:gd name="connsiteY4" fmla="*/ 244 h 584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13541" h="5841886">
                <a:moveTo>
                  <a:pt x="2446190" y="244"/>
                </a:moveTo>
                <a:cubicBezTo>
                  <a:pt x="3926188" y="17221"/>
                  <a:pt x="5313769" y="915186"/>
                  <a:pt x="5803865" y="1789968"/>
                </a:cubicBezTo>
                <a:cubicBezTo>
                  <a:pt x="6457327" y="2956344"/>
                  <a:pt x="4055597" y="6242569"/>
                  <a:pt x="2179112" y="5801423"/>
                </a:cubicBezTo>
                <a:cubicBezTo>
                  <a:pt x="302627" y="5360277"/>
                  <a:pt x="-971010" y="1204834"/>
                  <a:pt x="965202" y="310418"/>
                </a:cubicBezTo>
                <a:cubicBezTo>
                  <a:pt x="1449255" y="86813"/>
                  <a:pt x="1952857" y="-5415"/>
                  <a:pt x="2446190" y="244"/>
                </a:cubicBez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6AE853D-296D-4F1C-90D8-DD8917B5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216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Bild eck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6EB1461-429A-4EC7-896A-77C92BECB9E9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DB52F2B-DFD4-429A-BA05-908ADF083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BAAB8B8-305D-4D5F-B621-0543B3C14C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52476" y="2764261"/>
            <a:ext cx="4983162" cy="33285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  <a:lvl6pPr marL="360000" indent="0">
              <a:buNone/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1405756"/>
            <a:ext cx="6442387" cy="4030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 hidden="1">
            <a:extLst>
              <a:ext uri="{FF2B5EF4-FFF2-40B4-BE49-F238E27FC236}">
                <a16:creationId xmlns:a16="http://schemas.microsoft.com/office/drawing/2014/main" id="{3F6F0220-F19D-49C1-8A0F-78F65FBF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  <a:lvl6pPr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fld id="{B77216CB-D913-4152-8C7B-8F0798CF844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4CB8F53-9D32-459B-9807-77414C20A0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328562" y="-1"/>
            <a:ext cx="4863434" cy="6858000"/>
          </a:xfrm>
          <a:prstGeom prst="rect">
            <a:avLst/>
          </a:pr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3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5DB52F2B-DFD4-429A-BA05-908ADF083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4" y="3011444"/>
            <a:ext cx="7281802" cy="835112"/>
          </a:xfrm>
        </p:spPr>
        <p:txBody>
          <a:bodyPr anchor="b"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Untertitel 2">
            <a:extLst>
              <a:ext uri="{FF2B5EF4-FFF2-40B4-BE49-F238E27FC236}">
                <a16:creationId xmlns:a16="http://schemas.microsoft.com/office/drawing/2014/main" id="{24061E90-24BB-4FFC-A062-8760C92E7CB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8042" y="4005064"/>
            <a:ext cx="10658474" cy="288000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4BEE0E5B-CB4B-4BD7-9DC8-29271CB7FBD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57061" y="296652"/>
            <a:ext cx="4766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7216CB-D913-4152-8C7B-8F0798CF844B}" type="slidenum">
              <a:rPr lang="de-DE" smtClean="0">
                <a:solidFill>
                  <a:schemeClr val="tx1"/>
                </a:solidFill>
              </a:rPr>
              <a:pPr algn="r"/>
              <a:t>‹Nr.›</a:t>
            </a:fld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70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eltrenner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6EB1461-429A-4EC7-896A-77C92BECB9E9}"/>
              </a:ext>
            </a:extLst>
          </p:cNvPr>
          <p:cNvSpPr/>
          <p:nvPr/>
        </p:nvSpPr>
        <p:spPr bwMode="gray">
          <a:xfrm>
            <a:off x="0" y="1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4" y="3011444"/>
            <a:ext cx="7281802" cy="835112"/>
          </a:xfrm>
        </p:spPr>
        <p:txBody>
          <a:bodyPr anchor="b"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6F0220-F19D-49C1-8A0F-78F65FBF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 sz="18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  <a:lvl6pPr>
              <a:defRPr>
                <a:solidFill>
                  <a:schemeClr val="bg2"/>
                </a:solidFill>
              </a:defRPr>
            </a:lvl6pPr>
            <a:lvl7pPr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fld id="{B77216CB-D913-4152-8C7B-8F0798CF844B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9C2FEA26-8316-455A-A8E8-7079F3CB5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4919791"/>
            <a:ext cx="6096000" cy="1938210"/>
          </a:xfrm>
        </p:spPr>
        <p:txBody>
          <a:bodyPr/>
          <a:lstStyle>
            <a:lvl1pPr algn="r"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  <a:lvl2pPr algn="r"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2pPr>
            <a:lvl3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3pPr>
            <a:lvl4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4pPr>
            <a:lvl5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5pPr>
            <a:lvl6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6pPr>
            <a:lvl7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7pPr>
            <a:lvl8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8pPr>
            <a:lvl9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C09ECF24-EE32-42DF-99F6-07158F9593D0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8042" y="4005064"/>
            <a:ext cx="10658474" cy="288000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F8B2216-5FE5-45C7-9AE2-3C37F0B7C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2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Kapiteltrenner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6EB1461-429A-4EC7-896A-77C92BECB9E9}"/>
              </a:ext>
            </a:extLst>
          </p:cNvPr>
          <p:cNvSpPr/>
          <p:nvPr/>
        </p:nvSpPr>
        <p:spPr bwMode="gray">
          <a:xfrm>
            <a:off x="0" y="1"/>
            <a:ext cx="12192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4" y="3011444"/>
            <a:ext cx="7281802" cy="835112"/>
          </a:xfrm>
        </p:spPr>
        <p:txBody>
          <a:bodyPr anchor="b"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9C2FEA26-8316-455A-A8E8-7079F3CB5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4919791"/>
            <a:ext cx="6096000" cy="1938210"/>
          </a:xfrm>
        </p:spPr>
        <p:txBody>
          <a:bodyPr/>
          <a:lstStyle>
            <a:lvl1pPr algn="r"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  <a:lvl2pPr algn="r"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2pPr>
            <a:lvl3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3pPr>
            <a:lvl4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4pPr>
            <a:lvl5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5pPr>
            <a:lvl6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6pPr>
            <a:lvl7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7pPr>
            <a:lvl8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8pPr>
            <a:lvl9pPr marL="0" indent="0" algn="r">
              <a:buNone/>
              <a:defRPr sz="15500" b="1">
                <a:solidFill>
                  <a:schemeClr val="bg2">
                    <a:alpha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C09ECF24-EE32-42DF-99F6-07158F9593D0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8042" y="4005064"/>
            <a:ext cx="10658474" cy="288000"/>
          </a:xfr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F8B2216-5FE5-45C7-9AE2-3C37F0B7C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3850CD65-CA39-44EA-8684-318ACCFE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4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437E419-025C-4825-9783-8F8049D7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365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OH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16113A3-AADD-4B19-A375-98640CC7EB9A}"/>
              </a:ext>
            </a:extLst>
          </p:cNvPr>
          <p:cNvGrpSpPr/>
          <p:nvPr userDrawn="1"/>
        </p:nvGrpSpPr>
        <p:grpSpPr>
          <a:xfrm>
            <a:off x="9862068" y="1243192"/>
            <a:ext cx="446400" cy="1427229"/>
            <a:chOff x="9862068" y="1243192"/>
            <a:chExt cx="446400" cy="1427229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9B2A9815-7232-441C-B438-25BAD4C6CC21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4820D51-E6B7-4BD1-AC4B-7C48F40A92B7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74ED62D-9954-4908-B468-3E465DE334EB}"/>
              </a:ext>
            </a:extLst>
          </p:cNvPr>
          <p:cNvGrpSpPr/>
          <p:nvPr userDrawn="1"/>
        </p:nvGrpSpPr>
        <p:grpSpPr>
          <a:xfrm>
            <a:off x="9862068" y="1343281"/>
            <a:ext cx="2680228" cy="1257828"/>
            <a:chOff x="9862068" y="1343281"/>
            <a:chExt cx="2680228" cy="1257828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81CA1FA7-2E02-420F-81D7-5BD715C7D453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0181306F-5D11-43D9-8770-0A1097E7D300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E964D22A-F7FB-4A7C-962E-7AB5093A94D0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E9B5E3D-D108-44AC-BBB6-612590CB4CD4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</p:grpSp>
      <p:sp>
        <p:nvSpPr>
          <p:cNvPr id="30" name="Rechteck 29">
            <a:extLst>
              <a:ext uri="{FF2B5EF4-FFF2-40B4-BE49-F238E27FC236}">
                <a16:creationId xmlns:a16="http://schemas.microsoft.com/office/drawing/2014/main" id="{91353ED9-A00D-4770-BA2B-BD9EDAF65F34}"/>
              </a:ext>
            </a:extLst>
          </p:cNvPr>
          <p:cNvSpPr/>
          <p:nvPr userDrawn="1"/>
        </p:nvSpPr>
        <p:spPr bwMode="gray">
          <a:xfrm>
            <a:off x="9752476" y="1957714"/>
            <a:ext cx="2439524" cy="39840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563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OH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DD739E84-F06B-40CB-BF07-DF1ABC056502}"/>
              </a:ext>
            </a:extLst>
          </p:cNvPr>
          <p:cNvGrpSpPr/>
          <p:nvPr userDrawn="1"/>
        </p:nvGrpSpPr>
        <p:grpSpPr>
          <a:xfrm>
            <a:off x="9862068" y="1243192"/>
            <a:ext cx="446400" cy="1427229"/>
            <a:chOff x="9862068" y="1243192"/>
            <a:chExt cx="446400" cy="1427229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6DD44A08-EF6F-4C85-B201-A3DE18884FAC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EAC8D4E8-340C-40C4-BDA5-E6D85027920E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7256E68-D749-45D1-B1EE-467690AADB7F}"/>
              </a:ext>
            </a:extLst>
          </p:cNvPr>
          <p:cNvGrpSpPr/>
          <p:nvPr userDrawn="1"/>
        </p:nvGrpSpPr>
        <p:grpSpPr>
          <a:xfrm>
            <a:off x="9862068" y="1343281"/>
            <a:ext cx="2680228" cy="1257828"/>
            <a:chOff x="9862068" y="1343281"/>
            <a:chExt cx="2680228" cy="1257828"/>
          </a:xfrm>
        </p:grpSpPr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D0EAD990-D875-4A42-9DDA-09E457642685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B53A8D5D-32F4-4184-A106-01E3F412B10B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EEAD365D-2C05-4A0B-B399-83CC5E04018A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2A790780-6164-425F-B9CC-9684D7C5C2EB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</p:grpSp>
      <p:sp>
        <p:nvSpPr>
          <p:cNvPr id="30" name="Rechteck 29">
            <a:extLst>
              <a:ext uri="{FF2B5EF4-FFF2-40B4-BE49-F238E27FC236}">
                <a16:creationId xmlns:a16="http://schemas.microsoft.com/office/drawing/2014/main" id="{524047B7-90E1-43E7-9CE6-938517E19F7E}"/>
              </a:ext>
            </a:extLst>
          </p:cNvPr>
          <p:cNvSpPr/>
          <p:nvPr userDrawn="1"/>
        </p:nvSpPr>
        <p:spPr bwMode="gray">
          <a:xfrm>
            <a:off x="9752476" y="2932782"/>
            <a:ext cx="2439524" cy="300897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965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OH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5D419701-6119-4192-A537-54E46FE5D4D6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13A66D01-4BD3-4CD4-AED3-C4A74982BC22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E7DC1CF2-297F-4E39-9AF8-C93A414D57BE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A085736-2259-4578-8B99-1422A211B7E6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EEBCAE92-0473-49FD-84D1-74A62C62CDC7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B2CE82DF-C810-4BC4-9ED5-EE24F5C18124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4BF5666-0A31-495A-8EDA-55233CBCC218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BA627188-F42C-4086-93C1-A6669D845111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Generics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624F0630-B220-4D27-BB3E-0C4C80293EE8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>
                  <a:solidFill>
                    <a:schemeClr val="bg1"/>
                  </a:solidFill>
                  <a:latin typeface="+mj-lt"/>
                </a:rPr>
                <a:t>Lambdas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C2F4A411-1E23-4E86-BDB4-2C90F8085B95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E9DD1014-6D55-4C4B-9B2A-A8FF7424BB33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B05E2FBC-BBB1-4A84-8373-225F41AEA60B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E2A30228-8E12-44BD-A41B-56C4A539A951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E30F2FCD-DB90-4AD7-82E3-F58A85B16F45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3CE5C577-5B11-45FB-A957-DE4253FA858C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6D1A9A77-D990-4605-9297-69FDA6B6E47A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D7105C4E-5CF8-4BA8-BF11-A9876ACE6BE5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  <p:sp>
        <p:nvSpPr>
          <p:cNvPr id="30" name="Rechteck 29">
            <a:extLst>
              <a:ext uri="{FF2B5EF4-FFF2-40B4-BE49-F238E27FC236}">
                <a16:creationId xmlns:a16="http://schemas.microsoft.com/office/drawing/2014/main" id="{524047B7-90E1-43E7-9CE6-938517E19F7E}"/>
              </a:ext>
            </a:extLst>
          </p:cNvPr>
          <p:cNvSpPr/>
          <p:nvPr userDrawn="1"/>
        </p:nvSpPr>
        <p:spPr bwMode="gray">
          <a:xfrm>
            <a:off x="9752476" y="3944006"/>
            <a:ext cx="2439524" cy="1997755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36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OH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67B4B06-23A1-4815-B240-6ED1C710F813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DFFEBE9-CF01-46EE-AAC5-D821E60318C3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1F74E1C-6286-4CFA-94E9-DC3B9836C266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4704E4D-D336-488B-9E14-E4D5F6128997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FC5B858B-88CC-421B-8429-5045384CBB3C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EBCC2D14-78FA-4640-96DE-D322C9C2B7D3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D61EC543-60A8-4DF8-9A62-6D416671FC8C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55EED8A-BE30-4DCF-8C6B-9CE69F96E3DE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Generics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0AAD5F90-DC37-43B8-B9B7-B62926FA47D0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>
                  <a:solidFill>
                    <a:schemeClr val="bg1"/>
                  </a:solidFill>
                  <a:latin typeface="+mj-lt"/>
                </a:rPr>
                <a:t>Lambdas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F584F66A-8275-4905-A6CE-127692E2B1DF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E34B0D7C-DC92-4BB8-B8A1-683DC6405DAB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D0B7D096-FFB6-42F5-9FFC-5B4FBB02A067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3CDC3B0F-AD0E-4407-A1F3-FF72DAC58EA5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F2307CAD-584A-45B0-85E8-858994167578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5CB66E8B-4E2B-4325-9FAA-AF6EBA0DAC62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F4ED676A-E043-44A8-8D3C-C24B30D179DD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2C265C4C-FE2D-45BA-9790-C184BE6226E3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  <p:sp>
        <p:nvSpPr>
          <p:cNvPr id="52" name="Rechteck 51">
            <a:extLst>
              <a:ext uri="{FF2B5EF4-FFF2-40B4-BE49-F238E27FC236}">
                <a16:creationId xmlns:a16="http://schemas.microsoft.com/office/drawing/2014/main" id="{714BE862-B069-48C2-951B-F53C5DC1DBBB}"/>
              </a:ext>
            </a:extLst>
          </p:cNvPr>
          <p:cNvSpPr/>
          <p:nvPr userDrawn="1"/>
        </p:nvSpPr>
        <p:spPr bwMode="gray">
          <a:xfrm>
            <a:off x="9752476" y="4960188"/>
            <a:ext cx="2439524" cy="981573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79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H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67B4B06-23A1-4815-B240-6ED1C710F813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DFFEBE9-CF01-46EE-AAC5-D821E60318C3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1F74E1C-6286-4CFA-94E9-DC3B9836C266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4704E4D-D336-488B-9E14-E4D5F6128997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FC5B858B-88CC-421B-8429-5045384CBB3C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EBCC2D14-78FA-4640-96DE-D322C9C2B7D3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D61EC543-60A8-4DF8-9A62-6D416671FC8C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55EED8A-BE30-4DCF-8C6B-9CE69F96E3DE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Generics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0AAD5F90-DC37-43B8-B9B7-B62926FA47D0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>
                  <a:solidFill>
                    <a:schemeClr val="bg1"/>
                  </a:solidFill>
                  <a:latin typeface="+mj-lt"/>
                </a:rPr>
                <a:t>Lambdas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F584F66A-8275-4905-A6CE-127692E2B1DF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E34B0D7C-DC92-4BB8-B8A1-683DC6405DAB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D0B7D096-FFB6-42F5-9FFC-5B4FBB02A067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3CDC3B0F-AD0E-4407-A1F3-FF72DAC58EA5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F2307CAD-584A-45B0-85E8-858994167578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5CB66E8B-4E2B-4325-9FAA-AF6EBA0DAC62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F4ED676A-E043-44A8-8D3C-C24B30D179DD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2C265C4C-FE2D-45BA-9790-C184BE6226E3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51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13E58E-FF58-46D7-8872-553C70B093F1}"/>
              </a:ext>
            </a:extLst>
          </p:cNvPr>
          <p:cNvGrpSpPr/>
          <p:nvPr userDrawn="1"/>
        </p:nvGrpSpPr>
        <p:grpSpPr>
          <a:xfrm>
            <a:off x="9862068" y="1243192"/>
            <a:ext cx="446400" cy="1427229"/>
            <a:chOff x="9862068" y="1243192"/>
            <a:chExt cx="446400" cy="1427229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3B27C6EC-5897-48B6-B981-B58881237E8D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FCF4D646-67BB-4D86-AC46-8BEB93746776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943C3F95-80F3-4392-846A-A995BD584B0B}"/>
              </a:ext>
            </a:extLst>
          </p:cNvPr>
          <p:cNvGrpSpPr/>
          <p:nvPr userDrawn="1"/>
        </p:nvGrpSpPr>
        <p:grpSpPr>
          <a:xfrm>
            <a:off x="9862068" y="1343281"/>
            <a:ext cx="2680228" cy="1257828"/>
            <a:chOff x="9862068" y="1343281"/>
            <a:chExt cx="2680228" cy="1257828"/>
          </a:xfrm>
        </p:grpSpPr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3B30B270-59F8-41D5-8FBC-020A99512CF7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C2744D22-553B-4897-95EE-A5DAD833728E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C6B3B4FB-94B4-4507-8871-6F2575B4DE96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AF3A6CBF-62AE-405F-BC30-CA154D833B3F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</p:grpSp>
      <p:sp>
        <p:nvSpPr>
          <p:cNvPr id="44" name="Rechteck 43">
            <a:extLst>
              <a:ext uri="{FF2B5EF4-FFF2-40B4-BE49-F238E27FC236}">
                <a16:creationId xmlns:a16="http://schemas.microsoft.com/office/drawing/2014/main" id="{C866A935-9084-47ED-9EF9-5F4EF9A48E0A}"/>
              </a:ext>
            </a:extLst>
          </p:cNvPr>
          <p:cNvSpPr/>
          <p:nvPr userDrawn="1"/>
        </p:nvSpPr>
        <p:spPr bwMode="gray">
          <a:xfrm>
            <a:off x="9752476" y="1957714"/>
            <a:ext cx="2439524" cy="39840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2DBCCE45-9078-44D2-9708-D11EB2D18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33733" y="1448780"/>
            <a:ext cx="8890659" cy="4644045"/>
          </a:xfrm>
        </p:spPr>
        <p:txBody>
          <a:bodyPr/>
          <a:lstStyle>
            <a:lvl4pPr marL="360000" indent="-180000">
              <a:buFont typeface="Segoe UI Light" panose="020B0502040204020203" pitchFamily="34" charset="0"/>
              <a:buChar char="›"/>
              <a:defRPr/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61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F027F6B9-3346-4EC7-82B7-9892427AB757}"/>
              </a:ext>
            </a:extLst>
          </p:cNvPr>
          <p:cNvGrpSpPr/>
          <p:nvPr userDrawn="1"/>
        </p:nvGrpSpPr>
        <p:grpSpPr>
          <a:xfrm>
            <a:off x="9862068" y="1243192"/>
            <a:ext cx="446400" cy="1427229"/>
            <a:chOff x="9862068" y="1243192"/>
            <a:chExt cx="446400" cy="1427229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29CB6F82-C41D-4605-ACED-657144631F7A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E161C245-74B6-4939-9034-28EE2DE8DC79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97843A6F-E829-4C89-8E42-B85AC827E977}"/>
              </a:ext>
            </a:extLst>
          </p:cNvPr>
          <p:cNvGrpSpPr/>
          <p:nvPr userDrawn="1"/>
        </p:nvGrpSpPr>
        <p:grpSpPr>
          <a:xfrm>
            <a:off x="9862068" y="1343281"/>
            <a:ext cx="2680228" cy="1257828"/>
            <a:chOff x="9862068" y="1343281"/>
            <a:chExt cx="2680228" cy="1257828"/>
          </a:xfrm>
        </p:grpSpPr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4C351C0F-5637-415C-B8A9-928283873C35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470152A4-25B3-494B-97FF-7596B34FD1A2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1B995ABE-8F10-450F-9DDB-11336254893C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74910AE6-7FFB-44B5-9246-69A3ADE3A3E5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</p:grpSp>
      <p:sp>
        <p:nvSpPr>
          <p:cNvPr id="44" name="Rechteck 43">
            <a:extLst>
              <a:ext uri="{FF2B5EF4-FFF2-40B4-BE49-F238E27FC236}">
                <a16:creationId xmlns:a16="http://schemas.microsoft.com/office/drawing/2014/main" id="{B996A27E-09E8-45AF-AAC4-409E162CDCC6}"/>
              </a:ext>
            </a:extLst>
          </p:cNvPr>
          <p:cNvSpPr/>
          <p:nvPr userDrawn="1"/>
        </p:nvSpPr>
        <p:spPr bwMode="gray">
          <a:xfrm>
            <a:off x="9752476" y="2932782"/>
            <a:ext cx="2439524" cy="3008979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47AB6187-29AE-4591-A530-3808A321A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33733" y="1448780"/>
            <a:ext cx="8890659" cy="4644045"/>
          </a:xfrm>
        </p:spPr>
        <p:txBody>
          <a:bodyPr/>
          <a:lstStyle>
            <a:lvl4pPr marL="360000" indent="-180000">
              <a:buFont typeface="Segoe UI Light" panose="020B0502040204020203" pitchFamily="34" charset="0"/>
              <a:buChar char="›"/>
              <a:defRPr/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5576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1869C43B-C6E3-40A4-BA81-972FE88B5498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B39FCF8-C32D-47DB-9375-7694C61ACEEC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7B455017-4FC5-4267-A498-77D85D37FAF0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A9873CB-C617-4A30-8ED7-CDA57C61E2CD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7DCBB659-ACD5-4EB2-AEA5-9741B53D41AD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AC659A1E-1D27-4E62-9458-703C76751A26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B93AFBB8-7BE0-4BED-923C-16105A234E3F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4F3D3737-4742-4953-9FDB-DAF7828F4584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Generics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D584731C-6116-4DCE-B681-64269617B646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>
                  <a:solidFill>
                    <a:schemeClr val="bg1"/>
                  </a:solidFill>
                  <a:latin typeface="+mj-lt"/>
                </a:rPr>
                <a:t>Lambdas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236F02EB-4B83-4914-828B-EE3D56DAD91B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73052397-0FEE-4F21-BC52-1DEB9E88923A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2A113C72-2FCE-4BD4-961C-C74771C1F592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C33B2753-9ACE-4FA3-87AB-545C01F1B273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BBA6F24A-0B51-4BE0-8260-76A4029F1057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A4327A1-5EBC-4ECE-8258-FDC9F32D903B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3B1E7F4F-2D03-4F90-93E0-6AFA87B3A9B9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119D2093-E986-43C6-A434-2C66ED57884E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  <p:sp>
        <p:nvSpPr>
          <p:cNvPr id="44" name="Rechteck 43">
            <a:extLst>
              <a:ext uri="{FF2B5EF4-FFF2-40B4-BE49-F238E27FC236}">
                <a16:creationId xmlns:a16="http://schemas.microsoft.com/office/drawing/2014/main" id="{88BF3E96-881D-4ED5-9961-1BF63B177975}"/>
              </a:ext>
            </a:extLst>
          </p:cNvPr>
          <p:cNvSpPr/>
          <p:nvPr userDrawn="1"/>
        </p:nvSpPr>
        <p:spPr bwMode="gray">
          <a:xfrm>
            <a:off x="9752476" y="3944006"/>
            <a:ext cx="2439524" cy="1997755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E2EC6DA4-11DA-449E-BF35-3F260C67C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33733" y="1448780"/>
            <a:ext cx="8890659" cy="4644045"/>
          </a:xfrm>
        </p:spPr>
        <p:txBody>
          <a:bodyPr/>
          <a:lstStyle>
            <a:lvl4pPr marL="360000" indent="-180000">
              <a:buFont typeface="Segoe UI Light" panose="020B0502040204020203" pitchFamily="34" charset="0"/>
              <a:buChar char="›"/>
              <a:defRPr/>
            </a:lvl4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947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57D1FCB6-044C-4BF3-A6A7-AC9064DF8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33733" y="1448780"/>
            <a:ext cx="8890659" cy="4644045"/>
          </a:xfrm>
        </p:spPr>
        <p:txBody>
          <a:bodyPr/>
          <a:lstStyle>
            <a:lvl4pPr marL="360000" indent="-180000">
              <a:buFont typeface="Segoe UI Light" panose="020B0502040204020203" pitchFamily="34" charset="0"/>
              <a:buChar char="›"/>
              <a:defRPr/>
            </a:lvl4pPr>
            <a:lvl5pPr marL="540000" indent="-180000">
              <a:buFont typeface="Segoe UI Light" panose="020B0502040204020203" pitchFamily="34" charset="0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4C715B61-4823-4B79-B7A8-A02558DEB5D4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0323C72-8AD3-480B-AD26-3E19ED6A3D6D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172F60B4-E1E6-49E6-91C2-122004F03A01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1C3224AF-0F13-4A7E-BB02-ED3135AC44CD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7D4718F4-AFE3-4ED3-9930-EF7842C21D19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D4ACDA1-9DAD-4E3F-9C74-9F60C9465401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AF4DC220-CC2F-428B-9CF3-ADD952E0B164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7469F738-A737-42EF-93E0-453B148DDB2F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9E732F62-11D4-4459-B123-E5E9187BE9E5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C520FF7E-BF87-4581-8CAE-5BFA68540DD4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6304BD4F-6367-4E3F-BA3D-AAD85BEA3A86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D05E3C77-52CE-48C2-8CB8-67405BADF857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79A9B669-A990-4F17-9240-5EFD83FD72DB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D441A4CC-D96D-4A32-BC77-6595D34DBC2E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BEA1D100-4382-453B-8032-2D25C8F791CC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8A551D95-3F5E-468F-AB8F-ED42CE6965B2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78093A8E-95B3-4012-AEFF-53647012B032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  <p:sp>
        <p:nvSpPr>
          <p:cNvPr id="54" name="Rechteck 53">
            <a:extLst>
              <a:ext uri="{FF2B5EF4-FFF2-40B4-BE49-F238E27FC236}">
                <a16:creationId xmlns:a16="http://schemas.microsoft.com/office/drawing/2014/main" id="{7D7A6D02-15C6-421E-9DCB-6B213D944926}"/>
              </a:ext>
            </a:extLst>
          </p:cNvPr>
          <p:cNvSpPr/>
          <p:nvPr userDrawn="1"/>
        </p:nvSpPr>
        <p:spPr bwMode="gray">
          <a:xfrm>
            <a:off x="9752476" y="4960188"/>
            <a:ext cx="2439524" cy="981573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989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9CEBD41-17D0-41F4-BB58-0F699C6AE13A}"/>
              </a:ext>
            </a:extLst>
          </p:cNvPr>
          <p:cNvSpPr/>
          <p:nvPr userDrawn="1"/>
        </p:nvSpPr>
        <p:spPr bwMode="gray">
          <a:xfrm>
            <a:off x="9752476" y="0"/>
            <a:ext cx="243952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632756"/>
            <a:ext cx="10689125" cy="4030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24B01A0-0CAD-4916-A929-2861E916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57061" y="296652"/>
            <a:ext cx="476672" cy="180000"/>
          </a:xfrm>
        </p:spPr>
        <p:txBody>
          <a:bodyPr/>
          <a:lstStyle>
            <a:lvl1pPr>
              <a:defRPr sz="1800"/>
            </a:lvl1pPr>
          </a:lstStyle>
          <a:p>
            <a:pPr algn="r"/>
            <a:fld id="{B77216CB-D913-4152-8C7B-8F0798CF844B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26" name="Textplatzhalter 7">
            <a:extLst>
              <a:ext uri="{FF2B5EF4-FFF2-40B4-BE49-F238E27FC236}">
                <a16:creationId xmlns:a16="http://schemas.microsoft.com/office/drawing/2014/main" id="{57D1FCB6-044C-4BF3-A6A7-AC9064DF8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733733" y="1448780"/>
            <a:ext cx="8890659" cy="4644045"/>
          </a:xfrm>
        </p:spPr>
        <p:txBody>
          <a:bodyPr/>
          <a:lstStyle>
            <a:lvl4pPr marL="360000" indent="-180000">
              <a:buFont typeface="Segoe UI Light" panose="020B0502040204020203" pitchFamily="34" charset="0"/>
              <a:buChar char="›"/>
              <a:defRPr/>
            </a:lvl4pPr>
            <a:lvl5pPr marL="540000" indent="-180000">
              <a:buFont typeface="Segoe UI Light" panose="020B0502040204020203" pitchFamily="34" charset="0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35394C1-DB54-411B-A04A-B2466C48037B}"/>
              </a:ext>
            </a:extLst>
          </p:cNvPr>
          <p:cNvGrpSpPr/>
          <p:nvPr userDrawn="1"/>
        </p:nvGrpSpPr>
        <p:grpSpPr>
          <a:xfrm>
            <a:off x="9848673" y="1243192"/>
            <a:ext cx="459795" cy="4371616"/>
            <a:chOff x="9848673" y="1243192"/>
            <a:chExt cx="459795" cy="4371616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020BE10B-AC82-427C-98D0-14866EFC4306}"/>
                </a:ext>
              </a:extLst>
            </p:cNvPr>
            <p:cNvSpPr/>
            <p:nvPr userDrawn="1"/>
          </p:nvSpPr>
          <p:spPr bwMode="gray">
            <a:xfrm>
              <a:off x="9862068" y="1243192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FD18511-9C8A-4568-B808-9BAAE74A115D}"/>
                </a:ext>
              </a:extLst>
            </p:cNvPr>
            <p:cNvSpPr/>
            <p:nvPr userDrawn="1"/>
          </p:nvSpPr>
          <p:spPr bwMode="gray">
            <a:xfrm>
              <a:off x="9862068" y="2224021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EA70BBCA-227B-448B-A1EF-9FC45622B003}"/>
                </a:ext>
              </a:extLst>
            </p:cNvPr>
            <p:cNvSpPr/>
            <p:nvPr userDrawn="1"/>
          </p:nvSpPr>
          <p:spPr bwMode="gray">
            <a:xfrm>
              <a:off x="9862068" y="3204850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A4F383A4-D9F6-4E89-BD6E-8AE0B7A614B4}"/>
                </a:ext>
              </a:extLst>
            </p:cNvPr>
            <p:cNvSpPr/>
            <p:nvPr userDrawn="1"/>
          </p:nvSpPr>
          <p:spPr bwMode="gray">
            <a:xfrm>
              <a:off x="9862068" y="4188916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D4DCE34F-F1D8-40E3-8CF6-69B825D39434}"/>
                </a:ext>
              </a:extLst>
            </p:cNvPr>
            <p:cNvSpPr/>
            <p:nvPr userDrawn="1"/>
          </p:nvSpPr>
          <p:spPr bwMode="gray">
            <a:xfrm>
              <a:off x="9848673" y="5168408"/>
              <a:ext cx="446400" cy="4464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b="1" dirty="0">
                <a:latin typeface="+mj-lt"/>
              </a:endParaRP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7DC0C9EF-E3F6-4460-831D-4546B15D6C6F}"/>
              </a:ext>
            </a:extLst>
          </p:cNvPr>
          <p:cNvGrpSpPr/>
          <p:nvPr userDrawn="1"/>
        </p:nvGrpSpPr>
        <p:grpSpPr>
          <a:xfrm>
            <a:off x="9846402" y="1343281"/>
            <a:ext cx="2695894" cy="4181934"/>
            <a:chOff x="9846402" y="1343281"/>
            <a:chExt cx="2695894" cy="4181934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0BF97CE3-A36B-474C-A732-254CF384C92A}"/>
                </a:ext>
              </a:extLst>
            </p:cNvPr>
            <p:cNvSpPr txBox="1"/>
            <p:nvPr userDrawn="1"/>
          </p:nvSpPr>
          <p:spPr bwMode="gray">
            <a:xfrm>
              <a:off x="10418060" y="1343281"/>
              <a:ext cx="212423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Generics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  <a:p>
              <a:pPr algn="l"/>
              <a:endParaRPr lang="de-DE" sz="1800" b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B9546326-4F09-444D-856F-CDECB9B059D5}"/>
                </a:ext>
              </a:extLst>
            </p:cNvPr>
            <p:cNvSpPr txBox="1"/>
            <p:nvPr userDrawn="1"/>
          </p:nvSpPr>
          <p:spPr bwMode="gray">
            <a:xfrm>
              <a:off x="10418060" y="2324110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b="0" dirty="0">
                  <a:solidFill>
                    <a:schemeClr val="bg1"/>
                  </a:solidFill>
                  <a:latin typeface="+mj-lt"/>
                </a:rPr>
                <a:t>Lambdas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FA8DA83E-EE2D-4FA0-8ACF-1EFE938FA8F4}"/>
                </a:ext>
              </a:extLst>
            </p:cNvPr>
            <p:cNvSpPr txBox="1"/>
            <p:nvPr userDrawn="1"/>
          </p:nvSpPr>
          <p:spPr bwMode="gray">
            <a:xfrm>
              <a:off x="10404665" y="329023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Stream-API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CBF0AC46-4FF9-4620-8D13-5A82FBE708BE}"/>
                </a:ext>
              </a:extLst>
            </p:cNvPr>
            <p:cNvSpPr txBox="1"/>
            <p:nvPr userDrawn="1"/>
          </p:nvSpPr>
          <p:spPr bwMode="gray">
            <a:xfrm>
              <a:off x="10418060" y="4268724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 err="1">
                  <a:solidFill>
                    <a:schemeClr val="bg1"/>
                  </a:solidFill>
                  <a:latin typeface="+mj-lt"/>
                </a:rPr>
                <a:t>Optionals</a:t>
              </a:r>
              <a:endParaRPr lang="de-DE" sz="1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0CBFEC74-9E78-424B-8851-41C5870031F5}"/>
                </a:ext>
              </a:extLst>
            </p:cNvPr>
            <p:cNvSpPr txBox="1"/>
            <p:nvPr userDrawn="1"/>
          </p:nvSpPr>
          <p:spPr bwMode="gray">
            <a:xfrm>
              <a:off x="10418060" y="5248216"/>
              <a:ext cx="212423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sz="1800" dirty="0">
                  <a:solidFill>
                    <a:schemeClr val="bg1"/>
                  </a:solidFill>
                  <a:latin typeface="+mj-lt"/>
                </a:rPr>
                <a:t>Hausaufgabe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D32FB5F1-110F-4B41-87DE-FB2C668C38AC}"/>
                </a:ext>
              </a:extLst>
            </p:cNvPr>
            <p:cNvSpPr txBox="1"/>
            <p:nvPr userDrawn="1"/>
          </p:nvSpPr>
          <p:spPr bwMode="gray">
            <a:xfrm>
              <a:off x="9870774" y="1343281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01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0C76C1F0-535E-4886-8B8B-DF6840E86557}"/>
                </a:ext>
              </a:extLst>
            </p:cNvPr>
            <p:cNvSpPr txBox="1"/>
            <p:nvPr userDrawn="1"/>
          </p:nvSpPr>
          <p:spPr bwMode="gray">
            <a:xfrm>
              <a:off x="9862068" y="2324110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02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59929BBA-0919-4E14-A35A-0E553DFCE966}"/>
                </a:ext>
              </a:extLst>
            </p:cNvPr>
            <p:cNvSpPr txBox="1"/>
            <p:nvPr userDrawn="1"/>
          </p:nvSpPr>
          <p:spPr bwMode="gray">
            <a:xfrm>
              <a:off x="9862068" y="330493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03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AAE1639-5B32-4B1E-8FBD-5DF448E7056D}"/>
                </a:ext>
              </a:extLst>
            </p:cNvPr>
            <p:cNvSpPr txBox="1"/>
            <p:nvPr userDrawn="1"/>
          </p:nvSpPr>
          <p:spPr bwMode="gray">
            <a:xfrm>
              <a:off x="9862068" y="4286719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04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A644F5F1-E9DC-4F2E-B2E3-8F0D5262C4A2}"/>
                </a:ext>
              </a:extLst>
            </p:cNvPr>
            <p:cNvSpPr txBox="1"/>
            <p:nvPr userDrawn="1"/>
          </p:nvSpPr>
          <p:spPr bwMode="gray">
            <a:xfrm>
              <a:off x="9846402" y="5263604"/>
              <a:ext cx="4330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1"/>
                  </a:solidFill>
                  <a:latin typeface="+mj-lt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13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E6EB1461-429A-4EC7-896A-77C92BECB9E9}"/>
              </a:ext>
            </a:extLst>
          </p:cNvPr>
          <p:cNvSpPr/>
          <p:nvPr/>
        </p:nvSpPr>
        <p:spPr bwMode="gray">
          <a:xfrm>
            <a:off x="0" y="1"/>
            <a:ext cx="12192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DB52F2B-DFD4-429A-BA05-908ADF083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C32389C-7F87-48FB-B51C-F8BA2F7A0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33734" y="1060389"/>
            <a:ext cx="6298359" cy="835112"/>
          </a:xfrm>
        </p:spPr>
        <p:txBody>
          <a:bodyPr anchor="t"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Maste </a:t>
            </a:r>
            <a:r>
              <a:rPr lang="de-DE" dirty="0" err="1"/>
              <a:t>rtitelformat</a:t>
            </a:r>
            <a:r>
              <a:rPr lang="de-DE" dirty="0"/>
              <a:t>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AC014-84D0-4FC4-BD66-98B950E4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FF54F-4B30-427A-B5BB-36A837A4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472476" y="6309881"/>
            <a:ext cx="8280000" cy="180000"/>
          </a:xfrm>
        </p:spPr>
        <p:txBody>
          <a:bodyPr/>
          <a:lstStyle/>
          <a:p>
            <a:endParaRPr lang="de-DE" dirty="0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7CB2F48-F45A-4611-A1F6-AB321C91CBB7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DF41C5B6-E9F0-4205-96BD-D043BD9EC4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286472" y="793945"/>
            <a:ext cx="1368000" cy="1368000"/>
          </a:xfrm>
          <a:prstGeom prst="ellipse">
            <a:avLst/>
          </a:pr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DFB4B6FD-1C3C-49AC-80C5-D2E0E52E23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7286472" y="2744162"/>
            <a:ext cx="4094296" cy="311701"/>
          </a:xfrm>
          <a:prstGeom prst="rect">
            <a:avLst/>
          </a:prstGeom>
          <a:noFill/>
        </p:spPr>
        <p:txBody>
          <a:bodyPr wrap="none" anchor="b"/>
          <a:lstStyle>
            <a:lvl1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1E17D9E-1B49-454B-A9B0-EFFE525728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8757915" y="5235606"/>
            <a:ext cx="2664942" cy="329375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3554E39-074E-4D1C-A026-B651E81A702C}"/>
              </a:ext>
            </a:extLst>
          </p:cNvPr>
          <p:cNvSpPr txBox="1"/>
          <p:nvPr/>
        </p:nvSpPr>
        <p:spPr bwMode="gray">
          <a:xfrm>
            <a:off x="7286472" y="3844743"/>
            <a:ext cx="430547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>
                <a:solidFill>
                  <a:schemeClr val="bg1"/>
                </a:solidFill>
              </a:rPr>
              <a:t>SHD Einzelhandelssoftware GmbH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</a:rPr>
              <a:t>Rennweg 60, 56626 Andernach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Deutschland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407C692-BE59-484F-9095-0E4EAB5E6178}"/>
              </a:ext>
            </a:extLst>
          </p:cNvPr>
          <p:cNvSpPr txBox="1"/>
          <p:nvPr/>
        </p:nvSpPr>
        <p:spPr bwMode="gray">
          <a:xfrm>
            <a:off x="7286473" y="5237121"/>
            <a:ext cx="122179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>
                <a:solidFill>
                  <a:schemeClr val="bg1"/>
                </a:solidFill>
              </a:rPr>
              <a:t>Telefon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E-Mail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Homepage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66728B5A-445B-48B1-B460-77CED1C002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 flipH="1">
            <a:off x="8757915" y="5541241"/>
            <a:ext cx="2664942" cy="329375"/>
          </a:xfrm>
          <a:prstGeom prst="rect">
            <a:avLst/>
          </a:prstGeom>
          <a:noFill/>
        </p:spPr>
        <p:txBody>
          <a:bodyPr wrap="none" anchor="t"/>
          <a:lstStyle>
            <a:lvl1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bg2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000" b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A65CE92-31FC-43CF-BA65-2A61F03FD529}"/>
              </a:ext>
            </a:extLst>
          </p:cNvPr>
          <p:cNvSpPr txBox="1"/>
          <p:nvPr/>
        </p:nvSpPr>
        <p:spPr bwMode="gray">
          <a:xfrm flipH="1">
            <a:off x="8757914" y="5845531"/>
            <a:ext cx="266400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de-DE" sz="2000" dirty="0">
                <a:solidFill>
                  <a:schemeClr val="bg1"/>
                </a:solidFill>
              </a:rPr>
              <a:t>www.shd.de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B3F78026-5146-4CBA-A5D8-9CBF9F6CAAB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57061" y="296652"/>
            <a:ext cx="4766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7216CB-D913-4152-8C7B-8F0798CF844B}" type="slidenum">
              <a:rPr lang="de-DE" smtClean="0">
                <a:solidFill>
                  <a:schemeClr val="bg1"/>
                </a:solidFill>
              </a:rPr>
              <a:pPr algn="r"/>
              <a:t>‹Nr.›</a:t>
            </a:fld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50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4C7F1A-0934-4D7F-BEE1-DEF1E35F98F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33733" y="1405756"/>
            <a:ext cx="10689125" cy="40306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891E2A-E7DA-4A5E-BDC3-09C0D3CDA51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52476" y="2764261"/>
            <a:ext cx="10670382" cy="3328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B682F0-103C-4EBC-B3DE-FC04C183B59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285332" y="6309881"/>
            <a:ext cx="1137526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noFill/>
              </a:defRPr>
            </a:lvl1pPr>
            <a:lvl2pPr marL="0" algn="r">
              <a:defRPr sz="1000">
                <a:noFill/>
              </a:defRPr>
            </a:lvl2pPr>
            <a:lvl3pPr marL="0" indent="0" algn="r">
              <a:defRPr sz="1000">
                <a:noFill/>
              </a:defRPr>
            </a:lvl3pPr>
            <a:lvl4pPr marL="0" indent="0" algn="r">
              <a:defRPr sz="1000">
                <a:noFill/>
              </a:defRPr>
            </a:lvl4pPr>
            <a:lvl5pPr marL="0" indent="0" algn="r">
              <a:defRPr sz="1000">
                <a:noFill/>
              </a:defRPr>
            </a:lvl5pPr>
            <a:lvl6pPr marL="0" indent="0" algn="r">
              <a:defRPr sz="1000">
                <a:noFill/>
              </a:defRPr>
            </a:lvl6pPr>
            <a:lvl7pPr marL="0" indent="0" algn="r">
              <a:defRPr sz="1000">
                <a:noFill/>
              </a:defRPr>
            </a:lvl7pPr>
            <a:lvl8pPr marL="0" indent="0" algn="r">
              <a:defRPr sz="1000">
                <a:noFill/>
              </a:defRPr>
            </a:lvl8pPr>
            <a:lvl9pPr marL="0" indent="0" algn="r">
              <a:defRPr sz="1000">
                <a:noFill/>
              </a:defRPr>
            </a:lvl9pPr>
          </a:lstStyle>
          <a:p>
            <a:fld id="{0D5F8DE6-8D5F-4425-A184-89780C3D0708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C51733-9413-4328-A470-D6A0DC9A2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471613" y="6309881"/>
            <a:ext cx="8280766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noFill/>
              </a:defRPr>
            </a:lvl1pPr>
            <a:lvl2pPr marL="0" indent="0">
              <a:defRPr sz="1000">
                <a:noFill/>
              </a:defRPr>
            </a:lvl2pPr>
            <a:lvl3pPr marL="0" indent="0">
              <a:defRPr sz="1000">
                <a:noFill/>
              </a:defRPr>
            </a:lvl3pPr>
            <a:lvl4pPr marL="0" indent="0">
              <a:defRPr sz="1000">
                <a:noFill/>
              </a:defRPr>
            </a:lvl4pPr>
            <a:lvl5pPr marL="0" indent="0">
              <a:defRPr sz="1000">
                <a:noFill/>
              </a:defRPr>
            </a:lvl5pPr>
            <a:lvl6pPr marL="0" indent="0">
              <a:tabLst/>
              <a:defRPr sz="1000">
                <a:noFill/>
              </a:defRPr>
            </a:lvl6pPr>
            <a:lvl7pPr marL="0" indent="0">
              <a:defRPr sz="1000">
                <a:noFill/>
              </a:defRPr>
            </a:lvl7pPr>
            <a:lvl8pPr marL="0" indent="0">
              <a:tabLst/>
              <a:defRPr sz="1000">
                <a:noFill/>
              </a:defRPr>
            </a:lvl8pPr>
            <a:lvl9pPr marL="0" indent="0">
              <a:defRPr sz="1000">
                <a:noFill/>
              </a:defRPr>
            </a:lvl9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75586D-EAF9-4DC3-A914-07290802B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 rot="16200000">
            <a:off x="405397" y="148336"/>
            <a:ext cx="4766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  <a:lvl2pPr marL="0" indent="0">
              <a:defRPr sz="1000"/>
            </a:lvl2pPr>
            <a:lvl3pPr marL="0" indent="0">
              <a:defRPr sz="1000"/>
            </a:lvl3pPr>
            <a:lvl4pPr marL="0" indent="0">
              <a:defRPr sz="1000"/>
            </a:lvl4pPr>
            <a:lvl5pPr marL="0" indent="0">
              <a:defRPr sz="1000"/>
            </a:lvl5pPr>
            <a:lvl6pPr marL="0" indent="0">
              <a:defRPr sz="1000"/>
            </a:lvl6pPr>
            <a:lvl7pPr marL="0" indent="0">
              <a:defRPr sz="1000"/>
            </a:lvl7pPr>
            <a:lvl8pPr marL="0" indent="0">
              <a:defRPr sz="1000"/>
            </a:lvl8pPr>
            <a:lvl9pPr marL="0" indent="0">
              <a:defRPr sz="1000"/>
            </a:lvl9pPr>
          </a:lstStyle>
          <a:p>
            <a:fld id="{B77216CB-D913-4152-8C7B-8F0798CF844B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972C4186-2026-4F45-ADFF-7A5A8B70172F}"/>
              </a:ext>
            </a:extLst>
          </p:cNvPr>
          <p:cNvCxnSpPr>
            <a:cxnSpLocks/>
          </p:cNvCxnSpPr>
          <p:nvPr/>
        </p:nvCxnSpPr>
        <p:spPr bwMode="gray">
          <a:xfrm>
            <a:off x="766454" y="0"/>
            <a:ext cx="0" cy="4766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fik 33">
            <a:extLst>
              <a:ext uri="{FF2B5EF4-FFF2-40B4-BE49-F238E27FC236}">
                <a16:creationId xmlns:a16="http://schemas.microsoft.com/office/drawing/2014/main" id="{001A1BE2-C516-4441-B60C-97D97096875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 bwMode="gray">
          <a:xfrm>
            <a:off x="766454" y="6301194"/>
            <a:ext cx="601522" cy="2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6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8" r:id="rId2"/>
    <p:sldLayoutId id="2147483698" r:id="rId3"/>
    <p:sldLayoutId id="2147483699" r:id="rId4"/>
    <p:sldLayoutId id="214748370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41" r:id="rId12"/>
    <p:sldLayoutId id="2147483706" r:id="rId13"/>
    <p:sldLayoutId id="2147483708" r:id="rId14"/>
    <p:sldLayoutId id="2147483725" r:id="rId15"/>
    <p:sldLayoutId id="2147483726" r:id="rId16"/>
    <p:sldLayoutId id="2147483727" r:id="rId17"/>
    <p:sldLayoutId id="2147483742" r:id="rId18"/>
    <p:sldLayoutId id="2147483724" r:id="rId19"/>
    <p:sldLayoutId id="2147483729" r:id="rId20"/>
    <p:sldLayoutId id="2147483730" r:id="rId21"/>
    <p:sldLayoutId id="2147483732" r:id="rId22"/>
    <p:sldLayoutId id="2147483740" r:id="rId23"/>
    <p:sldLayoutId id="2147483707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egoe UI Light" panose="020B0502040204020203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egoe UI Light" panose="020B0502040204020203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mbol" panose="05050102010706020507" pitchFamily="18" charset="2"/>
        <a:buChar char="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3" orient="horz" pos="1117" userDrawn="1">
          <p15:clr>
            <a:srgbClr val="F26B43"/>
          </p15:clr>
        </p15:guide>
        <p15:guide id="34" pos="483" userDrawn="1">
          <p15:clr>
            <a:srgbClr val="F26B43"/>
          </p15:clr>
        </p15:guide>
        <p15:guide id="35" pos="7197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4067" userDrawn="1">
          <p15:clr>
            <a:srgbClr val="F26B43"/>
          </p15:clr>
        </p15:guide>
        <p15:guide id="38" pos="3613" userDrawn="1">
          <p15:clr>
            <a:srgbClr val="F26B43"/>
          </p15:clr>
        </p15:guide>
        <p15:guide id="39" orient="horz" pos="3838" userDrawn="1">
          <p15:clr>
            <a:srgbClr val="F26B43"/>
          </p15:clr>
        </p15:guide>
        <p15:guide id="40" orient="horz" pos="17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66C3874-2E37-40E8-94CB-349B2323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216CB-D913-4152-8C7B-8F0798CF844B}" type="slidenum">
              <a:rPr lang="de-DE" smtClean="0"/>
              <a:pPr/>
              <a:t>1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C301069-9487-4686-8B9D-62E48D8DA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476672"/>
            <a:ext cx="4093045" cy="14555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52302E36-7281-4DEC-81CB-891409366AE3}"/>
              </a:ext>
            </a:extLst>
          </p:cNvPr>
          <p:cNvSpPr txBox="1">
            <a:spLocks/>
          </p:cNvSpPr>
          <p:nvPr/>
        </p:nvSpPr>
        <p:spPr bwMode="gray">
          <a:xfrm>
            <a:off x="635776" y="4548662"/>
            <a:ext cx="10441160" cy="14330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de-DE" sz="2800" dirty="0">
                <a:ln w="3175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+mn-ea"/>
                <a:cs typeface="+mn-cs"/>
              </a:rPr>
              <a:t>Modul – Streams &amp; </a:t>
            </a:r>
            <a:r>
              <a:rPr lang="de-DE" sz="2800" dirty="0" err="1">
                <a:ln w="3175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+mn-ea"/>
                <a:cs typeface="+mn-cs"/>
              </a:rPr>
              <a:t>Optionals</a:t>
            </a:r>
            <a:endParaRPr lang="de-DE" sz="2800" dirty="0">
              <a:ln w="31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+mn-ea"/>
              <a:cs typeface="+mn-cs"/>
            </a:endParaRPr>
          </a:p>
        </p:txBody>
      </p:sp>
      <p:sp>
        <p:nvSpPr>
          <p:cNvPr id="5" name="Titel 20">
            <a:extLst>
              <a:ext uri="{FF2B5EF4-FFF2-40B4-BE49-F238E27FC236}">
                <a16:creationId xmlns:a16="http://schemas.microsoft.com/office/drawing/2014/main" id="{484EC6D9-0F29-4281-979D-F5D42FF7FCC6}"/>
              </a:ext>
            </a:extLst>
          </p:cNvPr>
          <p:cNvSpPr txBox="1">
            <a:spLocks/>
          </p:cNvSpPr>
          <p:nvPr/>
        </p:nvSpPr>
        <p:spPr>
          <a:xfrm>
            <a:off x="502996" y="3344668"/>
            <a:ext cx="11186008" cy="729159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Java-Aufbauschulung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1D7F70D-8C06-43F8-BF20-23C2EDC5E175}"/>
              </a:ext>
            </a:extLst>
          </p:cNvPr>
          <p:cNvCxnSpPr>
            <a:cxnSpLocks/>
          </p:cNvCxnSpPr>
          <p:nvPr/>
        </p:nvCxnSpPr>
        <p:spPr bwMode="gray">
          <a:xfrm>
            <a:off x="635776" y="4437112"/>
            <a:ext cx="5508612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Untertitel 4">
            <a:extLst>
              <a:ext uri="{FF2B5EF4-FFF2-40B4-BE49-F238E27FC236}">
                <a16:creationId xmlns:a16="http://schemas.microsoft.com/office/drawing/2014/main" id="{BFBEE9A1-D74B-4C96-981A-06FB4B5DF4EF}"/>
              </a:ext>
            </a:extLst>
          </p:cNvPr>
          <p:cNvSpPr txBox="1">
            <a:spLocks/>
          </p:cNvSpPr>
          <p:nvPr/>
        </p:nvSpPr>
        <p:spPr>
          <a:xfrm>
            <a:off x="399305" y="6093296"/>
            <a:ext cx="4321126" cy="546181"/>
          </a:xfrm>
          <a:prstGeom prst="rect">
            <a:avLst/>
          </a:prstGeom>
          <a:effectLst/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egoe UI Light" panose="020B0502040204020203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egoe UI Light" panose="020B0502040204020203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mbol" panose="05050102010706020507" pitchFamily="18" charset="2"/>
              <a:buChar char="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mbol" panose="05050102010706020507" pitchFamily="18" charset="2"/>
              <a:buChar char="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mbol" panose="05050102010706020507" pitchFamily="18" charset="2"/>
              <a:buChar char="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mbol" panose="05050102010706020507" pitchFamily="18" charset="2"/>
              <a:buChar char="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mbol" panose="05050102010706020507" pitchFamily="18" charset="2"/>
              <a:buChar char="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SHD Solutions GmbH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02F9592-3B93-4A36-9DCE-F64A385550E8}"/>
              </a:ext>
            </a:extLst>
          </p:cNvPr>
          <p:cNvSpPr txBox="1">
            <a:spLocks/>
          </p:cNvSpPr>
          <p:nvPr/>
        </p:nvSpPr>
        <p:spPr>
          <a:xfrm>
            <a:off x="9744461" y="6093296"/>
            <a:ext cx="1684334" cy="36000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11.11.2025</a:t>
            </a:r>
          </a:p>
        </p:txBody>
      </p:sp>
    </p:spTree>
    <p:extLst>
      <p:ext uri="{BB962C8B-B14F-4D97-AF65-F5344CB8AC3E}">
        <p14:creationId xmlns:p14="http://schemas.microsoft.com/office/powerpoint/2010/main" val="79154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el 35">
            <a:extLst>
              <a:ext uri="{FF2B5EF4-FFF2-40B4-BE49-F238E27FC236}">
                <a16:creationId xmlns:a16="http://schemas.microsoft.com/office/drawing/2014/main" id="{D00EAAD6-CDDD-49E3-A41C-220666342F4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DFBF07-F4AB-467F-A68D-CA92A602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AF2D4B-6003-4D21-BA76-F62354DFDCED}" type="datetime1">
              <a:rPr lang="de-DE" smtClean="0"/>
              <a:pPr/>
              <a:t>11.11.2025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4D60A4-1A35-4B45-8E74-937444F0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2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C990D38-02AB-4CF9-B179-09F46DBD31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42A474C-5629-4A99-A1E9-0CC328C41D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21" name="Textplatzhalter 36">
            <a:extLst>
              <a:ext uri="{FF2B5EF4-FFF2-40B4-BE49-F238E27FC236}">
                <a16:creationId xmlns:a16="http://schemas.microsoft.com/office/drawing/2014/main" id="{A0F652C8-BA24-4431-9AB8-2C95CEE194F1}"/>
              </a:ext>
            </a:extLst>
          </p:cNvPr>
          <p:cNvSpPr txBox="1">
            <a:spLocks/>
          </p:cNvSpPr>
          <p:nvPr/>
        </p:nvSpPr>
        <p:spPr bwMode="gray">
          <a:xfrm>
            <a:off x="7150256" y="2292320"/>
            <a:ext cx="4274982" cy="311701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da-DK" dirty="0"/>
              <a:t>Optionals</a:t>
            </a:r>
            <a:endParaRPr lang="de-DE" dirty="0"/>
          </a:p>
        </p:txBody>
      </p:sp>
      <p:sp>
        <p:nvSpPr>
          <p:cNvPr id="17" name="Textplatzhalter 36">
            <a:extLst>
              <a:ext uri="{FF2B5EF4-FFF2-40B4-BE49-F238E27FC236}">
                <a16:creationId xmlns:a16="http://schemas.microsoft.com/office/drawing/2014/main" id="{BF49DD4F-EF50-4EF4-AEC7-A840131F66AC}"/>
              </a:ext>
            </a:extLst>
          </p:cNvPr>
          <p:cNvSpPr txBox="1">
            <a:spLocks/>
          </p:cNvSpPr>
          <p:nvPr/>
        </p:nvSpPr>
        <p:spPr bwMode="gray">
          <a:xfrm>
            <a:off x="7150256" y="1298670"/>
            <a:ext cx="4274982" cy="311701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egoe UI Light" panose="020B0502040204020203" pitchFamily="34" charset="0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20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da-DK" dirty="0"/>
              <a:t>Stream-API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894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521A5DC-A2A7-40D5-A68E-6F2903AE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STREAM-API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9B1ED8-1DFF-44B6-B3C0-8956BB0F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AB34EBE-CAA8-4A54-B3E7-24D27780C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SHD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12AF169D-8AB4-4168-9674-7F34EB622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5FC7BF-C566-4764-871C-764E427A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387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4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9512D0-0C3F-4B88-A253-7487946716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2">
              <a:spcAft>
                <a:spcPts val="1200"/>
              </a:spcAft>
            </a:pPr>
            <a:r>
              <a:rPr lang="de-DE" sz="1800" dirty="0"/>
              <a:t>Zu Deutsch: </a:t>
            </a:r>
            <a:r>
              <a:rPr lang="de-DE" sz="1800" b="1" dirty="0"/>
              <a:t>Strom</a:t>
            </a:r>
          </a:p>
          <a:p>
            <a:pPr lvl="2">
              <a:spcAft>
                <a:spcPts val="1200"/>
              </a:spcAft>
            </a:pPr>
            <a:r>
              <a:rPr lang="de-DE" sz="1800" dirty="0"/>
              <a:t>Ein Stream ist eine Sequenz von Daten</a:t>
            </a:r>
          </a:p>
          <a:p>
            <a:pPr lvl="2">
              <a:spcAft>
                <a:spcPts val="1200"/>
              </a:spcAft>
            </a:pPr>
            <a:r>
              <a:rPr lang="de-DE" sz="1800" dirty="0"/>
              <a:t>Die Daten vom Stream werden in einer Kette von nachgeschalteten Verarbeitungsschritten</a:t>
            </a:r>
          </a:p>
          <a:p>
            <a:pPr lvl="3">
              <a:spcAft>
                <a:spcPts val="1200"/>
              </a:spcAft>
            </a:pPr>
            <a:r>
              <a:rPr lang="de-DE" sz="1800" dirty="0"/>
              <a:t>gefiltert (</a:t>
            </a:r>
            <a:r>
              <a:rPr lang="de-DE" sz="1800" b="1" dirty="0" err="1"/>
              <a:t>filter</a:t>
            </a:r>
            <a:r>
              <a:rPr lang="de-DE" sz="1800" dirty="0"/>
              <a:t>)</a:t>
            </a:r>
          </a:p>
          <a:p>
            <a:pPr lvl="3">
              <a:spcAft>
                <a:spcPts val="1200"/>
              </a:spcAft>
            </a:pPr>
            <a:r>
              <a:rPr lang="de-DE" sz="1800" dirty="0"/>
              <a:t>transformiert/abgebildet (</a:t>
            </a:r>
            <a:r>
              <a:rPr lang="de-DE" sz="1800" b="1" dirty="0" err="1"/>
              <a:t>map</a:t>
            </a:r>
            <a:r>
              <a:rPr lang="de-DE" sz="1800" dirty="0"/>
              <a:t>)</a:t>
            </a:r>
          </a:p>
          <a:p>
            <a:pPr lvl="3">
              <a:spcAft>
                <a:spcPts val="1200"/>
              </a:spcAft>
            </a:pPr>
            <a:r>
              <a:rPr lang="de-DE" sz="1800" dirty="0"/>
              <a:t>Komprimiert/reduziert (</a:t>
            </a:r>
            <a:r>
              <a:rPr lang="de-DE" sz="1800" b="1" dirty="0" err="1"/>
              <a:t>reduce</a:t>
            </a:r>
            <a:r>
              <a:rPr lang="de-DE" sz="1800" dirty="0"/>
              <a:t>)</a:t>
            </a:r>
          </a:p>
          <a:p>
            <a:pPr lvl="2">
              <a:spcAft>
                <a:spcPts val="1200"/>
              </a:spcAft>
            </a:pPr>
            <a:r>
              <a:rPr lang="de-DE" sz="1800" dirty="0"/>
              <a:t>Die Verarbeitung entlang einer Kette nennt sich </a:t>
            </a:r>
            <a:r>
              <a:rPr lang="de-DE" sz="1800" b="1" dirty="0"/>
              <a:t>Pipeline</a:t>
            </a:r>
          </a:p>
          <a:p>
            <a:pPr lvl="2">
              <a:spcAft>
                <a:spcPts val="1200"/>
              </a:spcAft>
            </a:pPr>
            <a:r>
              <a:rPr lang="de-DE" sz="1800" dirty="0"/>
              <a:t>Das Collection-Framework bietet die Methode </a:t>
            </a:r>
            <a:r>
              <a:rPr lang="de-DE" sz="1800" b="1" dirty="0"/>
              <a:t>stream()</a:t>
            </a:r>
            <a:r>
              <a:rPr lang="de-DE" sz="1800" dirty="0"/>
              <a:t> an</a:t>
            </a:r>
          </a:p>
          <a:p>
            <a:pPr lvl="3">
              <a:spcAft>
                <a:spcPts val="1200"/>
              </a:spcAft>
            </a:pPr>
            <a:r>
              <a:rPr lang="de-DE" sz="1800" dirty="0"/>
              <a:t>Zusätzlich gibt es noch </a:t>
            </a:r>
            <a:r>
              <a:rPr lang="de-DE" sz="1800" b="1" dirty="0" err="1"/>
              <a:t>Stream.of</a:t>
            </a:r>
            <a:r>
              <a:rPr lang="de-DE" sz="1800" b="1" dirty="0"/>
              <a:t>(…)</a:t>
            </a:r>
            <a:r>
              <a:rPr lang="de-DE" sz="1800" dirty="0"/>
              <a:t>, </a:t>
            </a:r>
            <a:r>
              <a:rPr lang="de-DE" sz="1800" b="1" dirty="0" err="1"/>
              <a:t>Arrays.stream</a:t>
            </a:r>
            <a:r>
              <a:rPr lang="de-DE" sz="1800" b="1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24652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 – </a:t>
            </a:r>
            <a:r>
              <a:rPr lang="de-DE" dirty="0" err="1"/>
              <a:t>Pipline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69ABCB4-F1F9-460A-8459-2E339937EB43}"/>
              </a:ext>
            </a:extLst>
          </p:cNvPr>
          <p:cNvSpPr txBox="1"/>
          <p:nvPr/>
        </p:nvSpPr>
        <p:spPr bwMode="gray">
          <a:xfrm>
            <a:off x="1334263" y="2246675"/>
            <a:ext cx="10268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 err="1"/>
              <a:t>collection</a:t>
            </a:r>
            <a:endParaRPr lang="de-DE" sz="16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7E1AF10-CEF5-4D97-AC79-F55C4E046F26}"/>
              </a:ext>
            </a:extLst>
          </p:cNvPr>
          <p:cNvSpPr txBox="1"/>
          <p:nvPr/>
        </p:nvSpPr>
        <p:spPr bwMode="gray">
          <a:xfrm>
            <a:off x="2411185" y="2243296"/>
            <a:ext cx="11158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.stream()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413EBC3-76BC-459B-917D-B7D8FF879EF3}"/>
              </a:ext>
            </a:extLst>
          </p:cNvPr>
          <p:cNvSpPr txBox="1"/>
          <p:nvPr/>
        </p:nvSpPr>
        <p:spPr bwMode="gray">
          <a:xfrm>
            <a:off x="3651817" y="2243296"/>
            <a:ext cx="11158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.</a:t>
            </a:r>
            <a:r>
              <a:rPr lang="de-DE" sz="1600" dirty="0" err="1"/>
              <a:t>filter</a:t>
            </a:r>
            <a:r>
              <a:rPr lang="de-DE" sz="1600" dirty="0"/>
              <a:t>(…)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EAE8D46-28B6-4BA5-961E-CB0C1C288ABB}"/>
              </a:ext>
            </a:extLst>
          </p:cNvPr>
          <p:cNvSpPr txBox="1"/>
          <p:nvPr/>
        </p:nvSpPr>
        <p:spPr bwMode="gray">
          <a:xfrm>
            <a:off x="4892449" y="2236277"/>
            <a:ext cx="11158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.</a:t>
            </a:r>
            <a:r>
              <a:rPr lang="de-DE" sz="1600" dirty="0" err="1"/>
              <a:t>map</a:t>
            </a:r>
            <a:r>
              <a:rPr lang="de-DE" sz="1600" dirty="0"/>
              <a:t>(…)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D5B23527-8E7F-4667-88D8-75401DDEA4F9}"/>
              </a:ext>
            </a:extLst>
          </p:cNvPr>
          <p:cNvSpPr txBox="1"/>
          <p:nvPr/>
        </p:nvSpPr>
        <p:spPr bwMode="gray">
          <a:xfrm>
            <a:off x="6133081" y="2243296"/>
            <a:ext cx="11158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.</a:t>
            </a:r>
            <a:r>
              <a:rPr lang="de-DE" sz="1600" dirty="0" err="1"/>
              <a:t>sorted</a:t>
            </a:r>
            <a:r>
              <a:rPr lang="de-DE" sz="1600" dirty="0"/>
              <a:t>(…)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2234E1D-5F40-4752-835B-6D5BEBA5035D}"/>
              </a:ext>
            </a:extLst>
          </p:cNvPr>
          <p:cNvSpPr txBox="1"/>
          <p:nvPr/>
        </p:nvSpPr>
        <p:spPr bwMode="gray">
          <a:xfrm>
            <a:off x="7373713" y="2243296"/>
            <a:ext cx="111580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.</a:t>
            </a:r>
            <a:r>
              <a:rPr lang="de-DE" sz="1600" dirty="0" err="1"/>
              <a:t>collect</a:t>
            </a:r>
            <a:r>
              <a:rPr lang="de-DE" sz="1600" dirty="0"/>
              <a:t>(…);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CFFF96B-AE34-4EAD-BB77-17B48BC8FF83}"/>
              </a:ext>
            </a:extLst>
          </p:cNvPr>
          <p:cNvGrpSpPr/>
          <p:nvPr/>
        </p:nvGrpSpPr>
        <p:grpSpPr>
          <a:xfrm>
            <a:off x="2208619" y="1529219"/>
            <a:ext cx="5030457" cy="551774"/>
            <a:chOff x="2191237" y="3717032"/>
            <a:chExt cx="5030457" cy="551774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E6FB426F-579C-49CF-86B0-0735AF95D0FA}"/>
                </a:ext>
              </a:extLst>
            </p:cNvPr>
            <p:cNvCxnSpPr/>
            <p:nvPr/>
          </p:nvCxnSpPr>
          <p:spPr bwMode="gray">
            <a:xfrm>
              <a:off x="2191237" y="3728746"/>
              <a:ext cx="0" cy="54006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1DB3B34D-4A33-43F6-8A7B-0DE6C5BA10C2}"/>
                </a:ext>
              </a:extLst>
            </p:cNvPr>
            <p:cNvCxnSpPr/>
            <p:nvPr/>
          </p:nvCxnSpPr>
          <p:spPr bwMode="gray">
            <a:xfrm>
              <a:off x="7221694" y="3717032"/>
              <a:ext cx="0" cy="54006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D0B838F6-4224-4814-9892-4B670AFEBE95}"/>
                </a:ext>
              </a:extLst>
            </p:cNvPr>
            <p:cNvCxnSpPr/>
            <p:nvPr/>
          </p:nvCxnSpPr>
          <p:spPr bwMode="gray">
            <a:xfrm flipH="1">
              <a:off x="2191237" y="4009922"/>
              <a:ext cx="5400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EA77CA98-21E6-4B87-98BF-1ADB525C7148}"/>
                </a:ext>
              </a:extLst>
            </p:cNvPr>
            <p:cNvCxnSpPr/>
            <p:nvPr/>
          </p:nvCxnSpPr>
          <p:spPr bwMode="gray">
            <a:xfrm flipH="1">
              <a:off x="6681634" y="4002302"/>
              <a:ext cx="5400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3F78440E-FA2C-4CE1-B22C-BA7CF651EEF2}"/>
                </a:ext>
              </a:extLst>
            </p:cNvPr>
            <p:cNvSpPr txBox="1"/>
            <p:nvPr/>
          </p:nvSpPr>
          <p:spPr bwMode="gray">
            <a:xfrm>
              <a:off x="2748906" y="3886811"/>
              <a:ext cx="395033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1600" dirty="0"/>
                <a:t>Stream + Verarbeitungsschritte</a:t>
              </a:r>
            </a:p>
          </p:txBody>
        </p:sp>
      </p:grpSp>
      <p:sp>
        <p:nvSpPr>
          <p:cNvPr id="47" name="Textfeld 46">
            <a:extLst>
              <a:ext uri="{FF2B5EF4-FFF2-40B4-BE49-F238E27FC236}">
                <a16:creationId xmlns:a16="http://schemas.microsoft.com/office/drawing/2014/main" id="{0207423B-4EE0-453D-9543-3E7D5301FAD0}"/>
              </a:ext>
            </a:extLst>
          </p:cNvPr>
          <p:cNvSpPr txBox="1"/>
          <p:nvPr/>
        </p:nvSpPr>
        <p:spPr bwMode="gray">
          <a:xfrm>
            <a:off x="767408" y="1685482"/>
            <a:ext cx="162813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Datenquelle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F435281D-4588-4D0C-B9BF-06EC8424F3FD}"/>
              </a:ext>
            </a:extLst>
          </p:cNvPr>
          <p:cNvSpPr txBox="1"/>
          <p:nvPr/>
        </p:nvSpPr>
        <p:spPr bwMode="gray">
          <a:xfrm>
            <a:off x="7330004" y="1685482"/>
            <a:ext cx="162813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600" dirty="0"/>
              <a:t>Abschluss</a:t>
            </a:r>
          </a:p>
        </p:txBody>
      </p:sp>
      <p:sp>
        <p:nvSpPr>
          <p:cNvPr id="49" name="Foliennummernplatzhalter 5">
            <a:extLst>
              <a:ext uri="{FF2B5EF4-FFF2-40B4-BE49-F238E27FC236}">
                <a16:creationId xmlns:a16="http://schemas.microsoft.com/office/drawing/2014/main" id="{C61C8426-E456-4AF1-95C9-FBEF61A697D5}"/>
              </a:ext>
            </a:extLst>
          </p:cNvPr>
          <p:cNvSpPr txBox="1">
            <a:spLocks/>
          </p:cNvSpPr>
          <p:nvPr/>
        </p:nvSpPr>
        <p:spPr bwMode="gray">
          <a:xfrm>
            <a:off x="257061" y="296652"/>
            <a:ext cx="4766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7216CB-D913-4152-8C7B-8F0798CF844B}" type="slidenum">
              <a:rPr lang="de-DE" smtClean="0"/>
              <a:pPr algn="r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91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 – Interfaces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ACF2B585-0F52-4E52-F9AD-6678A8F9D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2">
              <a:spcAft>
                <a:spcPts val="1200"/>
              </a:spcAft>
            </a:pPr>
            <a:r>
              <a:rPr lang="de-DE" sz="1800" b="1" dirty="0">
                <a:latin typeface="+mj-lt"/>
              </a:rPr>
              <a:t>Stream&lt;R&gt;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latin typeface="+mj-lt"/>
              </a:rPr>
              <a:t>IntStream</a:t>
            </a:r>
            <a:endParaRPr lang="de-DE" sz="1800" b="1" dirty="0">
              <a:latin typeface="+mj-lt"/>
            </a:endParaRPr>
          </a:p>
          <a:p>
            <a:pPr lvl="3">
              <a:spcAft>
                <a:spcPts val="1200"/>
              </a:spcAft>
            </a:pPr>
            <a:r>
              <a:rPr lang="de-DE" sz="1800" dirty="0"/>
              <a:t>Stream zu </a:t>
            </a:r>
            <a:r>
              <a:rPr lang="de-DE" sz="1800" dirty="0" err="1"/>
              <a:t>IntStream</a:t>
            </a:r>
            <a:r>
              <a:rPr lang="de-DE" sz="1800" dirty="0"/>
              <a:t> über </a:t>
            </a:r>
            <a:r>
              <a:rPr lang="de-DE" sz="1800" dirty="0" err="1"/>
              <a:t>mapToInt</a:t>
            </a:r>
            <a:endParaRPr lang="de-DE" sz="1800" dirty="0"/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latin typeface="+mj-lt"/>
              </a:rPr>
              <a:t>DoubleStream</a:t>
            </a:r>
            <a:endParaRPr lang="de-DE" sz="1800" b="1" dirty="0">
              <a:latin typeface="+mj-lt"/>
            </a:endParaRPr>
          </a:p>
          <a:p>
            <a:pPr lvl="3">
              <a:spcAft>
                <a:spcPts val="1200"/>
              </a:spcAft>
            </a:pPr>
            <a:r>
              <a:rPr lang="de-DE" sz="1800" dirty="0"/>
              <a:t>Stream zu </a:t>
            </a:r>
            <a:r>
              <a:rPr lang="de-DE" sz="1800" dirty="0" err="1"/>
              <a:t>DoubleStream</a:t>
            </a:r>
            <a:r>
              <a:rPr lang="de-DE" sz="1800" dirty="0"/>
              <a:t> über </a:t>
            </a:r>
            <a:r>
              <a:rPr lang="de-DE" sz="1800" dirty="0" err="1"/>
              <a:t>mapToDouble</a:t>
            </a:r>
            <a:endParaRPr lang="de-DE" sz="1800" b="1" dirty="0">
              <a:latin typeface="+mj-lt"/>
            </a:endParaRP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latin typeface="+mj-lt"/>
              </a:rPr>
              <a:t>LongStream</a:t>
            </a:r>
            <a:endParaRPr lang="de-DE" sz="1800" b="1" dirty="0">
              <a:latin typeface="+mj-lt"/>
            </a:endParaRPr>
          </a:p>
          <a:p>
            <a:pPr lvl="3">
              <a:spcAft>
                <a:spcPts val="1200"/>
              </a:spcAft>
            </a:pPr>
            <a:r>
              <a:rPr lang="de-DE" sz="1800" dirty="0"/>
              <a:t>Stream zu </a:t>
            </a:r>
            <a:r>
              <a:rPr lang="de-DE" sz="1800" dirty="0" err="1"/>
              <a:t>LongStream</a:t>
            </a:r>
            <a:r>
              <a:rPr lang="de-DE" sz="1800" dirty="0"/>
              <a:t> über </a:t>
            </a:r>
            <a:r>
              <a:rPr lang="de-DE" sz="1800" dirty="0" err="1"/>
              <a:t>mapToLong</a:t>
            </a:r>
            <a:endParaRPr lang="de-DE" sz="1800" dirty="0"/>
          </a:p>
          <a:p>
            <a:pPr lvl="2">
              <a:spcAft>
                <a:spcPts val="1200"/>
              </a:spcAft>
            </a:pPr>
            <a:endParaRPr lang="de-DE" sz="1800" dirty="0"/>
          </a:p>
          <a:p>
            <a:pPr lvl="2">
              <a:spcAft>
                <a:spcPts val="1200"/>
              </a:spcAft>
            </a:pPr>
            <a:r>
              <a:rPr lang="de-DE" sz="1800" dirty="0"/>
              <a:t>Zurück zu einem Stream kommt man wieder über </a:t>
            </a:r>
            <a:r>
              <a:rPr lang="de-DE" sz="1800" dirty="0" err="1"/>
              <a:t>mapToObj</a:t>
            </a:r>
            <a:endParaRPr lang="de-DE" sz="1800" dirty="0"/>
          </a:p>
        </p:txBody>
      </p:sp>
      <p:sp>
        <p:nvSpPr>
          <p:cNvPr id="49" name="Foliennummernplatzhalter 5">
            <a:extLst>
              <a:ext uri="{FF2B5EF4-FFF2-40B4-BE49-F238E27FC236}">
                <a16:creationId xmlns:a16="http://schemas.microsoft.com/office/drawing/2014/main" id="{C61C8426-E456-4AF1-95C9-FBEF61A697D5}"/>
              </a:ext>
            </a:extLst>
          </p:cNvPr>
          <p:cNvSpPr txBox="1">
            <a:spLocks/>
          </p:cNvSpPr>
          <p:nvPr/>
        </p:nvSpPr>
        <p:spPr bwMode="gray">
          <a:xfrm>
            <a:off x="257061" y="296652"/>
            <a:ext cx="4766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7216CB-D913-4152-8C7B-8F0798CF844B}" type="slidenum">
              <a:rPr lang="de-DE" smtClean="0"/>
              <a:pPr algn="r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100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 – Syntax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7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9512D0-0C3F-4B88-A253-7487946716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de-DE" sz="1800" dirty="0"/>
              <a:t>Stream-Beginn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collection.stream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Stream.of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Arrays.stream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</a:p>
          <a:p>
            <a:pPr>
              <a:spcAft>
                <a:spcPts val="1200"/>
              </a:spcAft>
            </a:pPr>
            <a:r>
              <a:rPr lang="de-DE" sz="1800" dirty="0"/>
              <a:t>Verarbeitung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filter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map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,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flatMap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mapToInt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mapToDouble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</a:p>
          <a:p>
            <a:pPr lvl="2">
              <a:spcAft>
                <a:spcPts val="1200"/>
              </a:spcAft>
            </a:pP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sorted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limit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distinct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spcAft>
                <a:spcPts val="1200"/>
              </a:spcAft>
            </a:pPr>
            <a:r>
              <a:rPr lang="de-DE" sz="1800" b="1" dirty="0"/>
              <a:t>Stream-Ende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collect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findfirst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forEach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toArray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</a:p>
          <a:p>
            <a:pPr lvl="2">
              <a:spcAft>
                <a:spcPts val="1200"/>
              </a:spcAft>
            </a:pP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min(…),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max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anyMatch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noneMatch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reduce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count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</a:p>
          <a:p>
            <a:pPr lvl="2">
              <a:spcAft>
                <a:spcPts val="1200"/>
              </a:spcAft>
            </a:pPr>
            <a:endParaRPr lang="de-DE" sz="1800" b="1" dirty="0"/>
          </a:p>
        </p:txBody>
      </p:sp>
    </p:spTree>
    <p:extLst>
      <p:ext uri="{BB962C8B-B14F-4D97-AF65-F5344CB8AC3E}">
        <p14:creationId xmlns:p14="http://schemas.microsoft.com/office/powerpoint/2010/main" val="175578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 -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8</a:t>
            </a:fld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E048CCA-818C-5535-D3E8-5A8EFCE1442B}"/>
              </a:ext>
            </a:extLst>
          </p:cNvPr>
          <p:cNvSpPr txBox="1"/>
          <p:nvPr/>
        </p:nvSpPr>
        <p:spPr bwMode="gray">
          <a:xfrm>
            <a:off x="3630023" y="3152001"/>
            <a:ext cx="2448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1" dirty="0">
                <a:latin typeface="+mj-lt"/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34339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Stream-API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9</a:t>
            </a:fld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2C2E17C0-C094-4F15-90D5-096D2741496C}"/>
              </a:ext>
            </a:extLst>
          </p:cNvPr>
          <p:cNvSpPr txBox="1">
            <a:spLocks/>
          </p:cNvSpPr>
          <p:nvPr/>
        </p:nvSpPr>
        <p:spPr>
          <a:xfrm>
            <a:off x="2900583" y="1566049"/>
            <a:ext cx="6660742" cy="208823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public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class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Hero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{</a:t>
            </a:r>
            <a:endParaRPr lang="de-DE" sz="16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 private 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List&lt;Item&gt;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inventar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=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new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ArrayList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&lt;&gt;();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void</a:t>
            </a: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addItem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(Item item) {…}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 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List&lt;Integer&gt;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getPrices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int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maxPrice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) {…}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9FF1D6-8B34-4151-B36D-2031066B0774}"/>
              </a:ext>
            </a:extLst>
          </p:cNvPr>
          <p:cNvGrpSpPr/>
          <p:nvPr/>
        </p:nvGrpSpPr>
        <p:grpSpPr>
          <a:xfrm>
            <a:off x="911424" y="1556792"/>
            <a:ext cx="1317262" cy="1649656"/>
            <a:chOff x="794531" y="2375289"/>
            <a:chExt cx="1317262" cy="1649656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F831866-5E0D-464C-8518-D68981FB1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532" y="2375289"/>
              <a:ext cx="1317261" cy="1317261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B960628-F15F-4E1E-B44E-DD5AA01F79F5}"/>
                </a:ext>
              </a:extLst>
            </p:cNvPr>
            <p:cNvSpPr txBox="1"/>
            <p:nvPr/>
          </p:nvSpPr>
          <p:spPr bwMode="gray">
            <a:xfrm>
              <a:off x="794531" y="3747946"/>
              <a:ext cx="131726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Held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7FAFCFC-FF41-4D76-BD97-75CE5A97A1EE}"/>
              </a:ext>
            </a:extLst>
          </p:cNvPr>
          <p:cNvGrpSpPr/>
          <p:nvPr/>
        </p:nvGrpSpPr>
        <p:grpSpPr>
          <a:xfrm>
            <a:off x="877439" y="3573240"/>
            <a:ext cx="1317261" cy="1092227"/>
            <a:chOff x="877439" y="3573240"/>
            <a:chExt cx="1317261" cy="1092227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2CA6330-FA0B-4D63-B8B5-E3EDB474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353" y="3573240"/>
              <a:ext cx="739434" cy="739434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E46A745B-74F4-450C-8793-41356D200D4E}"/>
                </a:ext>
              </a:extLst>
            </p:cNvPr>
            <p:cNvSpPr txBox="1"/>
            <p:nvPr/>
          </p:nvSpPr>
          <p:spPr bwMode="gray">
            <a:xfrm>
              <a:off x="877439" y="4388468"/>
              <a:ext cx="131726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Inventar</a:t>
              </a:r>
            </a:p>
          </p:txBody>
        </p:sp>
      </p:grp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37A3D4B-BA62-49E9-8A99-BCEA2C597E29}"/>
              </a:ext>
            </a:extLst>
          </p:cNvPr>
          <p:cNvSpPr txBox="1">
            <a:spLocks/>
          </p:cNvSpPr>
          <p:nvPr/>
        </p:nvSpPr>
        <p:spPr>
          <a:xfrm>
            <a:off x="2900583" y="3906010"/>
            <a:ext cx="6660742" cy="10711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public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record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Item(String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name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, </a:t>
            </a: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double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price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{</a:t>
            </a:r>
            <a:endParaRPr lang="de-DE" sz="16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32DC0F4-2273-EEC8-D9E3-3CB883836077}"/>
              </a:ext>
            </a:extLst>
          </p:cNvPr>
          <p:cNvSpPr txBox="1"/>
          <p:nvPr/>
        </p:nvSpPr>
        <p:spPr bwMode="gray">
          <a:xfrm>
            <a:off x="4079776" y="5553236"/>
            <a:ext cx="2448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1" dirty="0">
                <a:latin typeface="+mj-lt"/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380787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521A5DC-A2A7-40D5-A68E-6F2903AE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OPTIONALS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9B1ED8-1DFF-44B6-B3C0-8956BB0F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F2D4B-6003-4D21-BA76-F62354DFDCED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AB34EBE-CAA8-4A54-B3E7-24D27780C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SHD</a:t>
            </a:r>
          </a:p>
        </p:txBody>
      </p:sp>
      <p:sp>
        <p:nvSpPr>
          <p:cNvPr id="10" name="Untertitel 9">
            <a:extLst>
              <a:ext uri="{FF2B5EF4-FFF2-40B4-BE49-F238E27FC236}">
                <a16:creationId xmlns:a16="http://schemas.microsoft.com/office/drawing/2014/main" id="{12AF169D-8AB4-4168-9674-7F34EB622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5FC7BF-C566-4764-871C-764E427A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786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1045BFD-029F-47AA-8E06-F103092C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Optionals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87D06C-6ED2-48AC-94CE-35484693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2FA5B8-294B-43ED-96E7-BFED5597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11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E9263FC-700C-484E-90E6-375D1B8EF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2">
              <a:spcAft>
                <a:spcPts val="1200"/>
              </a:spcAft>
            </a:pPr>
            <a:r>
              <a:rPr lang="de-DE" dirty="0"/>
              <a:t>Ist eine Art Container, der ein Element enthalten kann oder nicht</a:t>
            </a:r>
          </a:p>
          <a:p>
            <a:pPr lvl="3">
              <a:spcAft>
                <a:spcPts val="1200"/>
              </a:spcAft>
            </a:pPr>
            <a:r>
              <a:rPr lang="de-DE" dirty="0"/>
              <a:t>Optional&lt;T&gt;, T ist Typ des Elements</a:t>
            </a:r>
          </a:p>
          <a:p>
            <a:pPr lvl="2">
              <a:spcAft>
                <a:spcPts val="1200"/>
              </a:spcAft>
            </a:pPr>
            <a:r>
              <a:rPr lang="de-DE" dirty="0"/>
              <a:t>Dient der Vermeidung von </a:t>
            </a:r>
            <a:r>
              <a:rPr lang="de-DE" dirty="0" err="1"/>
              <a:t>NullpointerException</a:t>
            </a:r>
            <a:endParaRPr lang="de-DE" dirty="0"/>
          </a:p>
          <a:p>
            <a:pPr lvl="2">
              <a:spcAft>
                <a:spcPts val="1200"/>
              </a:spcAft>
            </a:pPr>
            <a:r>
              <a:rPr lang="de-DE" dirty="0"/>
              <a:t>Analog zu Streams können auf </a:t>
            </a:r>
            <a:r>
              <a:rPr lang="de-DE" dirty="0" err="1"/>
              <a:t>Optionals</a:t>
            </a:r>
            <a:r>
              <a:rPr lang="de-DE" dirty="0"/>
              <a:t> </a:t>
            </a:r>
            <a:r>
              <a:rPr lang="de-DE" b="1" dirty="0" err="1"/>
              <a:t>filter</a:t>
            </a:r>
            <a:r>
              <a:rPr lang="de-DE" b="1" dirty="0"/>
              <a:t>() </a:t>
            </a:r>
            <a:r>
              <a:rPr lang="de-DE" dirty="0"/>
              <a:t>und </a:t>
            </a:r>
            <a:r>
              <a:rPr lang="de-DE" b="1" dirty="0" err="1"/>
              <a:t>map</a:t>
            </a:r>
            <a:r>
              <a:rPr lang="de-DE" b="1" dirty="0"/>
              <a:t>()</a:t>
            </a:r>
            <a:r>
              <a:rPr lang="de-DE" dirty="0"/>
              <a:t>-Operationen ausgeführt werden</a:t>
            </a:r>
          </a:p>
        </p:txBody>
      </p:sp>
    </p:spTree>
    <p:extLst>
      <p:ext uri="{BB962C8B-B14F-4D97-AF65-F5344CB8AC3E}">
        <p14:creationId xmlns:p14="http://schemas.microsoft.com/office/powerpoint/2010/main" val="358038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1045BFD-029F-47AA-8E06-F103092C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Optionals</a:t>
            </a:r>
            <a:r>
              <a:rPr lang="de-DE" dirty="0"/>
              <a:t> – Syntax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87D06C-6ED2-48AC-94CE-35484693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2FA5B8-294B-43ED-96E7-BFED5597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12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E9263FC-700C-484E-90E6-375D1B8EF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de-DE" sz="1800" b="1" dirty="0"/>
              <a:t>Optional erzeugen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Optional.of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Optional.ofNullable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  <a:r>
              <a:rPr lang="de-DE" sz="1800" dirty="0"/>
              <a:t> </a:t>
            </a:r>
            <a:r>
              <a:rPr lang="de-DE" sz="1800" dirty="0" err="1"/>
              <a:t>wrappen</a:t>
            </a:r>
            <a:r>
              <a:rPr lang="de-DE" sz="1800" dirty="0"/>
              <a:t> ein Objekt als Optional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Optional.empty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 </a:t>
            </a:r>
            <a:r>
              <a:rPr lang="de-DE" sz="1800" dirty="0"/>
              <a:t>erzeugt leeres Optional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findfirst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  <a:r>
              <a:rPr lang="de-DE" sz="1800" dirty="0"/>
              <a:t> der Stream-API liefert auch ein Optional</a:t>
            </a:r>
          </a:p>
          <a:p>
            <a:pPr>
              <a:spcAft>
                <a:spcPts val="1200"/>
              </a:spcAft>
            </a:pPr>
            <a:r>
              <a:rPr lang="de-DE" sz="1800" dirty="0"/>
              <a:t>Operationen auf dem Optional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filter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map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  <a:r>
              <a:rPr lang="de-DE" sz="1800" dirty="0">
                <a:solidFill>
                  <a:schemeClr val="accent6"/>
                </a:solidFill>
                <a:latin typeface="Courier New" panose="02070309020205020404" pitchFamily="49" charset="0"/>
              </a:rPr>
              <a:t>, stream(…)</a:t>
            </a:r>
          </a:p>
          <a:p>
            <a:pPr>
              <a:spcAft>
                <a:spcPts val="1200"/>
              </a:spcAft>
            </a:pPr>
            <a:r>
              <a:rPr lang="de-DE" sz="1800" dirty="0"/>
              <a:t>Behandlung vom Optional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orElse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orElseThrow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ifPresent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(…)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isEmpty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(), </a:t>
            </a: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isPresent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</a:t>
            </a:r>
          </a:p>
          <a:p>
            <a:pPr lvl="2">
              <a:spcAft>
                <a:spcPts val="1200"/>
              </a:spcAft>
            </a:pPr>
            <a:r>
              <a:rPr lang="de-DE" sz="18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get</a:t>
            </a:r>
            <a:r>
              <a:rPr lang="de-DE" sz="18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() </a:t>
            </a:r>
            <a:r>
              <a:rPr lang="de-DE" sz="1800" dirty="0"/>
              <a:t>auslesen des Wertes im Optional</a:t>
            </a:r>
          </a:p>
          <a:p>
            <a:pPr lvl="2">
              <a:spcAft>
                <a:spcPts val="1200"/>
              </a:spcAft>
            </a:pPr>
            <a:endParaRPr lang="de-DE" sz="1800" b="1" dirty="0">
              <a:solidFill>
                <a:schemeClr val="accent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4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Optionals</a:t>
            </a:r>
            <a:r>
              <a:rPr lang="de-DE" dirty="0"/>
              <a:t> -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13</a:t>
            </a:fld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E048CCA-818C-5535-D3E8-5A8EFCE1442B}"/>
              </a:ext>
            </a:extLst>
          </p:cNvPr>
          <p:cNvSpPr txBox="1"/>
          <p:nvPr/>
        </p:nvSpPr>
        <p:spPr bwMode="gray">
          <a:xfrm>
            <a:off x="3630023" y="3152001"/>
            <a:ext cx="2448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1" dirty="0">
                <a:latin typeface="+mj-lt"/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76938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7A1ADEB-5DAD-4F2C-8C8F-7D56A95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Optionals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AEBEBC-D97C-4DA9-96A5-D8951C00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7AB-9EB4-45D2-931D-3DE8FC338017}" type="datetime1">
              <a:rPr lang="de-DE" smtClean="0"/>
              <a:t>11.11.2025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5DC3-573E-42AF-A0A3-B0D624C4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77216CB-D913-4152-8C7B-8F0798CF844B}" type="slidenum">
              <a:rPr lang="de-DE" smtClean="0"/>
              <a:pPr algn="r"/>
              <a:t>14</a:t>
            </a:fld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2C2E17C0-C094-4F15-90D5-096D2741496C}"/>
              </a:ext>
            </a:extLst>
          </p:cNvPr>
          <p:cNvSpPr txBox="1">
            <a:spLocks/>
          </p:cNvSpPr>
          <p:nvPr/>
        </p:nvSpPr>
        <p:spPr>
          <a:xfrm>
            <a:off x="2900583" y="1566048"/>
            <a:ext cx="6660742" cy="3339115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public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class</a:t>
            </a:r>
            <a:r>
              <a:rPr lang="de-DE" sz="1600" b="1" dirty="0">
                <a:solidFill>
                  <a:srgbClr val="CC9B00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Hero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{</a:t>
            </a:r>
            <a:endParaRPr lang="de-DE" sz="16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 private 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List&lt;Item&gt;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inventar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=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new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ArrayList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&lt;&gt;();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 </a:t>
            </a:r>
            <a:r>
              <a:rPr lang="de-DE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void</a:t>
            </a:r>
            <a:r>
              <a:rPr lang="de-DE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addItem</a:t>
            </a: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(Item item) {…}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1600" dirty="0">
                <a:solidFill>
                  <a:schemeClr val="accent6"/>
                </a:solidFill>
                <a:latin typeface="Courier New" panose="02070309020205020404" pitchFamily="49" charset="0"/>
              </a:rPr>
              <a:t>  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Optional&lt;Integer&gt;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findFirstPrice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int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maxPrice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){…}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b="1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  Integer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getFirstPrice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(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int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de-DE" sz="1600" b="1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maxPrice</a:t>
            </a:r>
            <a:r>
              <a:rPr lang="de-DE" sz="1600" b="1" dirty="0">
                <a:solidFill>
                  <a:schemeClr val="accent6"/>
                </a:solidFill>
                <a:latin typeface="Courier New" panose="02070309020205020404" pitchFamily="49" charset="0"/>
              </a:rPr>
              <a:t>){…}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de-DE" sz="1600" b="1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de-DE" sz="160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9FF1D6-8B34-4151-B36D-2031066B0774}"/>
              </a:ext>
            </a:extLst>
          </p:cNvPr>
          <p:cNvGrpSpPr/>
          <p:nvPr/>
        </p:nvGrpSpPr>
        <p:grpSpPr>
          <a:xfrm>
            <a:off x="911424" y="1556792"/>
            <a:ext cx="1317262" cy="1649656"/>
            <a:chOff x="794531" y="2375289"/>
            <a:chExt cx="1317262" cy="1649656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F831866-5E0D-464C-8518-D68981FB1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532" y="2375289"/>
              <a:ext cx="1317261" cy="1317261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B960628-F15F-4E1E-B44E-DD5AA01F79F5}"/>
                </a:ext>
              </a:extLst>
            </p:cNvPr>
            <p:cNvSpPr txBox="1"/>
            <p:nvPr/>
          </p:nvSpPr>
          <p:spPr bwMode="gray">
            <a:xfrm>
              <a:off x="794531" y="3747946"/>
              <a:ext cx="131726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Held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7FAFCFC-FF41-4D76-BD97-75CE5A97A1EE}"/>
              </a:ext>
            </a:extLst>
          </p:cNvPr>
          <p:cNvGrpSpPr/>
          <p:nvPr/>
        </p:nvGrpSpPr>
        <p:grpSpPr>
          <a:xfrm>
            <a:off x="877439" y="3573240"/>
            <a:ext cx="1317261" cy="1092227"/>
            <a:chOff x="877439" y="3573240"/>
            <a:chExt cx="1317261" cy="1092227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2CA6330-FA0B-4D63-B8B5-E3EDB474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353" y="3573240"/>
              <a:ext cx="739434" cy="739434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E46A745B-74F4-450C-8793-41356D200D4E}"/>
                </a:ext>
              </a:extLst>
            </p:cNvPr>
            <p:cNvSpPr txBox="1"/>
            <p:nvPr/>
          </p:nvSpPr>
          <p:spPr bwMode="gray">
            <a:xfrm>
              <a:off x="877439" y="4388468"/>
              <a:ext cx="131726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Inventar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32DC0F4-2273-EEC8-D9E3-3CB883836077}"/>
              </a:ext>
            </a:extLst>
          </p:cNvPr>
          <p:cNvSpPr txBox="1"/>
          <p:nvPr/>
        </p:nvSpPr>
        <p:spPr bwMode="gray">
          <a:xfrm>
            <a:off x="4079776" y="5553236"/>
            <a:ext cx="24482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b="1" dirty="0">
                <a:latin typeface="+mj-lt"/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242552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HD">
  <a:themeElements>
    <a:clrScheme name="SHD Holding GmbH">
      <a:dk1>
        <a:srgbClr val="003764"/>
      </a:dk1>
      <a:lt1>
        <a:srgbClr val="FFFFFF"/>
      </a:lt1>
      <a:dk2>
        <a:srgbClr val="009EE2"/>
      </a:dk2>
      <a:lt2>
        <a:srgbClr val="FFFFFF"/>
      </a:lt2>
      <a:accent1>
        <a:srgbClr val="ABE2FB"/>
      </a:accent1>
      <a:accent2>
        <a:srgbClr val="37BCF5"/>
      </a:accent2>
      <a:accent3>
        <a:srgbClr val="009EE2"/>
      </a:accent3>
      <a:accent4>
        <a:srgbClr val="003764"/>
      </a:accent4>
      <a:accent5>
        <a:srgbClr val="808080"/>
      </a:accent5>
      <a:accent6>
        <a:srgbClr val="000000"/>
      </a:accent6>
      <a:hlink>
        <a:srgbClr val="0874A4"/>
      </a:hlink>
      <a:folHlink>
        <a:srgbClr val="0874A4"/>
      </a:folHlink>
    </a:clrScheme>
    <a:fontScheme name="SHD Holding GmbH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HD" id="{7ECB6D7E-D1E1-4B9C-86E4-8B0708DBF8EF}" vid="{0FBA6576-491A-4AEC-AA1F-2F5E44826AD3}"/>
    </a:ext>
  </a:extLst>
</a:theme>
</file>

<file path=ppt/theme/theme2.xml><?xml version="1.0" encoding="utf-8"?>
<a:theme xmlns:a="http://schemas.openxmlformats.org/drawingml/2006/main" name="Office">
  <a:themeElements>
    <a:clrScheme name="SHD Holding GmbH">
      <a:dk1>
        <a:srgbClr val="003764"/>
      </a:dk1>
      <a:lt1>
        <a:srgbClr val="FFFFFF"/>
      </a:lt1>
      <a:dk2>
        <a:srgbClr val="009EE2"/>
      </a:dk2>
      <a:lt2>
        <a:srgbClr val="FFFFFF"/>
      </a:lt2>
      <a:accent1>
        <a:srgbClr val="ABE2FB"/>
      </a:accent1>
      <a:accent2>
        <a:srgbClr val="37BCF5"/>
      </a:accent2>
      <a:accent3>
        <a:srgbClr val="009EE2"/>
      </a:accent3>
      <a:accent4>
        <a:srgbClr val="003764"/>
      </a:accent4>
      <a:accent5>
        <a:srgbClr val="808080"/>
      </a:accent5>
      <a:accent6>
        <a:srgbClr val="000000"/>
      </a:accent6>
      <a:hlink>
        <a:srgbClr val="0874A4"/>
      </a:hlink>
      <a:folHlink>
        <a:srgbClr val="0874A4"/>
      </a:folHlink>
    </a:clrScheme>
    <a:fontScheme name="SHD Holding GmbH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SHD Holding GmbH">
      <a:dk1>
        <a:srgbClr val="003764"/>
      </a:dk1>
      <a:lt1>
        <a:srgbClr val="FFFFFF"/>
      </a:lt1>
      <a:dk2>
        <a:srgbClr val="009EE2"/>
      </a:dk2>
      <a:lt2>
        <a:srgbClr val="FFFFFF"/>
      </a:lt2>
      <a:accent1>
        <a:srgbClr val="ABE2FB"/>
      </a:accent1>
      <a:accent2>
        <a:srgbClr val="37BCF5"/>
      </a:accent2>
      <a:accent3>
        <a:srgbClr val="009EE2"/>
      </a:accent3>
      <a:accent4>
        <a:srgbClr val="003764"/>
      </a:accent4>
      <a:accent5>
        <a:srgbClr val="808080"/>
      </a:accent5>
      <a:accent6>
        <a:srgbClr val="000000"/>
      </a:accent6>
      <a:hlink>
        <a:srgbClr val="0874A4"/>
      </a:hlink>
      <a:folHlink>
        <a:srgbClr val="0874A4"/>
      </a:folHlink>
    </a:clrScheme>
    <a:fontScheme name="SHD Holding GmbH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SHD</Template>
  <TotalTime>0</TotalTime>
  <Words>461</Words>
  <Application>Microsoft Office PowerPoint</Application>
  <PresentationFormat>Breitbild</PresentationFormat>
  <Paragraphs>129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Arial</vt:lpstr>
      <vt:lpstr>Courier New</vt:lpstr>
      <vt:lpstr>Segoe UI</vt:lpstr>
      <vt:lpstr>Segoe UI Light</vt:lpstr>
      <vt:lpstr>Symbol</vt:lpstr>
      <vt:lpstr>Wingdings</vt:lpstr>
      <vt:lpstr>SHD</vt:lpstr>
      <vt:lpstr>PowerPoint-Präsentation</vt:lpstr>
      <vt:lpstr>Agenda</vt:lpstr>
      <vt:lpstr>1. STREAM-API</vt:lpstr>
      <vt:lpstr>3. Stream-API</vt:lpstr>
      <vt:lpstr>3. Stream-API – Pipline</vt:lpstr>
      <vt:lpstr>3. Stream-API – Interfaces</vt:lpstr>
      <vt:lpstr>3. Stream-API – Syntax</vt:lpstr>
      <vt:lpstr>3. Stream-API - Example</vt:lpstr>
      <vt:lpstr>3. Stream-API</vt:lpstr>
      <vt:lpstr>2. OPTIONALS</vt:lpstr>
      <vt:lpstr>2. Optionals</vt:lpstr>
      <vt:lpstr>2. Optionals – Syntax</vt:lpstr>
      <vt:lpstr>2. Optionals - Example</vt:lpstr>
      <vt:lpstr>2. Optionals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Isam Nasr</dc:creator>
  <cp:lastModifiedBy>Christoph Gragert</cp:lastModifiedBy>
  <cp:revision>760</cp:revision>
  <dcterms:created xsi:type="dcterms:W3CDTF">2020-03-02T16:36:35Z</dcterms:created>
  <dcterms:modified xsi:type="dcterms:W3CDTF">2025-11-11T19:14:41Z</dcterms:modified>
</cp:coreProperties>
</file>